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</p:sldIdLst>
  <p:sldSz cx="12192000" cy="6858000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anHa" initials="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 varScale="1">
        <p:scale>
          <a:sx n="42" d="100"/>
          <a:sy n="42" d="100"/>
        </p:scale>
        <p:origin x="7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ustomXml" Target="../customXml/item3.xml"/><Relationship Id="rId15" Type="http://schemas.openxmlformats.org/officeDocument/2006/relationships/customXml" Target="../customXml/item2.xml"/><Relationship Id="rId14" Type="http://schemas.openxmlformats.org/officeDocument/2006/relationships/customXml" Target="../customXml/item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330" y="1279128"/>
            <a:ext cx="6139815" cy="345364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6254-EDB6-40B0-A2B3-C889ED0F255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795C-B5B0-4842-957F-F7A5A31151C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6254-EDB6-40B0-A2B3-C889ED0F255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795C-B5B0-4842-957F-F7A5A31151C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6254-EDB6-40B0-A2B3-C889ED0F255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795C-B5B0-4842-957F-F7A5A31151C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6254-EDB6-40B0-A2B3-C889ED0F255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795C-B5B0-4842-957F-F7A5A31151C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6254-EDB6-40B0-A2B3-C889ED0F255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795C-B5B0-4842-957F-F7A5A31151C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6254-EDB6-40B0-A2B3-C889ED0F255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795C-B5B0-4842-957F-F7A5A31151C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6254-EDB6-40B0-A2B3-C889ED0F255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795C-B5B0-4842-957F-F7A5A31151C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6254-EDB6-40B0-A2B3-C889ED0F255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795C-B5B0-4842-957F-F7A5A31151C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6254-EDB6-40B0-A2B3-C889ED0F255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795C-B5B0-4842-957F-F7A5A31151C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6254-EDB6-40B0-A2B3-C889ED0F255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795C-B5B0-4842-957F-F7A5A31151C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86254-EDB6-40B0-A2B3-C889ED0F255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E795C-B5B0-4842-957F-F7A5A31151C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86254-EDB6-40B0-A2B3-C889ED0F255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E795C-B5B0-4842-957F-F7A5A31151C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ACL – Solution for Assignment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" y="1437640"/>
            <a:ext cx="6873875" cy="4811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i="1" dirty="0"/>
              <a:t>West(</a:t>
            </a:r>
            <a:r>
              <a:rPr lang="en-US" sz="1600" i="1" dirty="0" err="1"/>
              <a:t>config</a:t>
            </a:r>
            <a:r>
              <a:rPr lang="en-US" sz="1600" i="1" dirty="0"/>
              <a:t>)# access-list 111 deny </a:t>
            </a:r>
            <a:r>
              <a:rPr lang="en-US" sz="1600" i="1" dirty="0" err="1"/>
              <a:t>ip</a:t>
            </a:r>
            <a:r>
              <a:rPr lang="en-US" sz="1600" i="1" dirty="0"/>
              <a:t> 10.10.1.0 0.0.0.255 10.10.4.0 0.0.0.255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West(</a:t>
            </a:r>
            <a:r>
              <a:rPr lang="en-US" sz="1600" i="1" dirty="0" err="1"/>
              <a:t>config</a:t>
            </a:r>
            <a:r>
              <a:rPr lang="en-US" sz="1600" i="1" dirty="0"/>
              <a:t>)# access-list 111 permit </a:t>
            </a:r>
            <a:r>
              <a:rPr lang="en-US" sz="1600" i="1" dirty="0" err="1"/>
              <a:t>ip</a:t>
            </a:r>
            <a:r>
              <a:rPr lang="en-US" sz="1600" i="1" dirty="0"/>
              <a:t> 10.10.1.0 0.0.0.255 10.10.0.0 0.0.255.255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West(</a:t>
            </a:r>
            <a:r>
              <a:rPr lang="en-US" sz="1600" i="1" dirty="0" err="1"/>
              <a:t>config</a:t>
            </a:r>
            <a:r>
              <a:rPr lang="en-US" sz="1600" i="1" dirty="0"/>
              <a:t>)# access-list 111 permit </a:t>
            </a:r>
            <a:r>
              <a:rPr lang="en-US" sz="1600" i="1" dirty="0" err="1"/>
              <a:t>tcp</a:t>
            </a:r>
            <a:r>
              <a:rPr lang="en-US" sz="1600" i="1" dirty="0"/>
              <a:t> 10.10.1.0 0.0.0.255 any </a:t>
            </a:r>
            <a:r>
              <a:rPr lang="en-US" sz="1600" i="1" dirty="0" err="1"/>
              <a:t>eq</a:t>
            </a:r>
            <a:r>
              <a:rPr lang="en-US" sz="1600" i="1" dirty="0"/>
              <a:t> 80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West(</a:t>
            </a:r>
            <a:r>
              <a:rPr lang="en-US" sz="1600" i="1" dirty="0" err="1"/>
              <a:t>config</a:t>
            </a:r>
            <a:r>
              <a:rPr lang="en-US" sz="1600" i="1" dirty="0"/>
              <a:t>)# access-list 111 deny </a:t>
            </a:r>
            <a:r>
              <a:rPr lang="en-US" sz="1600" i="1" dirty="0" err="1"/>
              <a:t>ip</a:t>
            </a:r>
            <a:r>
              <a:rPr lang="en-US" sz="1600" i="1" dirty="0"/>
              <a:t> 10.10.1.0 0.0.0.255 any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West(</a:t>
            </a:r>
            <a:r>
              <a:rPr lang="en-US" sz="1600" i="1" dirty="0" err="1"/>
              <a:t>config</a:t>
            </a:r>
            <a:r>
              <a:rPr lang="en-US" sz="1600" i="1" dirty="0"/>
              <a:t>)# access-list 111 permit </a:t>
            </a:r>
            <a:r>
              <a:rPr lang="en-US" sz="1600" i="1" dirty="0" err="1"/>
              <a:t>ip</a:t>
            </a:r>
            <a:r>
              <a:rPr lang="en-US" sz="1600" i="1" dirty="0"/>
              <a:t> any </a:t>
            </a:r>
            <a:r>
              <a:rPr lang="en-US" sz="1600" i="1" dirty="0" err="1"/>
              <a:t>any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West(</a:t>
            </a:r>
            <a:r>
              <a:rPr lang="en-US" sz="1600" i="1" dirty="0" err="1"/>
              <a:t>config</a:t>
            </a:r>
            <a:r>
              <a:rPr lang="en-US" sz="1600" i="1" dirty="0"/>
              <a:t>)# interface f0/0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/>
              <a:t>West(</a:t>
            </a:r>
            <a:r>
              <a:rPr lang="en-US" sz="1600" i="1" dirty="0" err="1"/>
              <a:t>config</a:t>
            </a:r>
            <a:r>
              <a:rPr lang="en-US" sz="1600" i="1" dirty="0"/>
              <a:t>-if)# </a:t>
            </a:r>
            <a:r>
              <a:rPr lang="en-US" sz="1600" i="1" dirty="0" err="1"/>
              <a:t>ip</a:t>
            </a:r>
            <a:r>
              <a:rPr lang="en-US" sz="1600" i="1" dirty="0"/>
              <a:t> access-group 111 in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=&gt; qui tắc là permit trước rồi chặn sau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=&gt; </a:t>
            </a:r>
            <a:r>
              <a:rPr lang="en-US" sz="1600" b="1" dirty="0"/>
              <a:t>thứ tự rất quan trọng</a:t>
            </a: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dirty="0"/>
              <a:t>=&gt;sau khi viết xong ACL phải add vô 1 cổng gần LAN1 nhất -&gt; </a:t>
            </a:r>
            <a:r>
              <a:rPr lang="en-US" sz="1600" i="1" dirty="0">
                <a:sym typeface="+mn-ea"/>
              </a:rPr>
              <a:t> interface f0/0</a:t>
            </a:r>
            <a:endParaRPr lang="en-US" sz="1600" i="1" dirty="0">
              <a:sym typeface="+mn-ea"/>
            </a:endParaRPr>
          </a:p>
          <a:p>
            <a:pPr marL="0" indent="0">
              <a:buNone/>
            </a:pPr>
            <a:r>
              <a:rPr lang="en-US" sz="1600" dirty="0"/>
              <a:t>=&gt; lưu lượng đi vào -&gt; </a:t>
            </a:r>
            <a:r>
              <a:rPr lang="en-US" sz="1600" i="1" dirty="0" err="1">
                <a:sym typeface="+mn-ea"/>
              </a:rPr>
              <a:t>ip</a:t>
            </a:r>
            <a:r>
              <a:rPr lang="en-US" sz="1600" i="1" dirty="0">
                <a:sym typeface="+mn-ea"/>
              </a:rPr>
              <a:t> access-group 111 in</a:t>
            </a:r>
            <a:endParaRPr lang="en-US" sz="1600" dirty="0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7418070" y="1437640"/>
            <a:ext cx="4773930" cy="481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10.10.0.0/16 - mượn 8 bit -&gt; 10.10.z.0/24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10.10.2.0          2=</a:t>
            </a:r>
            <a:r>
              <a:rPr lang="en-US" sz="1600" dirty="0">
                <a:highlight>
                  <a:srgbClr val="FFFF00"/>
                </a:highlight>
              </a:rPr>
              <a:t>0000001</a:t>
            </a:r>
            <a:r>
              <a:rPr lang="en-US" sz="1600" dirty="0"/>
              <a:t>0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10.10.3.0          3=</a:t>
            </a:r>
            <a:r>
              <a:rPr lang="en-US" sz="1600" dirty="0">
                <a:highlight>
                  <a:srgbClr val="FFFF00"/>
                </a:highlight>
              </a:rPr>
              <a:t>0000001</a:t>
            </a:r>
            <a:r>
              <a:rPr lang="en-US" sz="1600" dirty="0"/>
              <a:t>1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--------------        ---------------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0.0.?.255               00000001 = 1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=&gt; WILDCARD: 0.0.1.255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Thay vì dòng 2 ghi </a:t>
            </a:r>
            <a:r>
              <a:rPr lang="en-US" sz="1600" i="1" dirty="0">
                <a:sym typeface="+mn-ea"/>
              </a:rPr>
              <a:t>10.10.0.0 0.0.255.255</a:t>
            </a:r>
            <a:endParaRPr lang="en-US" sz="1600" i="1" dirty="0">
              <a:sym typeface="+mn-ea"/>
            </a:endParaRPr>
          </a:p>
          <a:p>
            <a:pPr marL="0" indent="0">
              <a:buNone/>
            </a:pPr>
            <a:r>
              <a:rPr lang="en-US" sz="1600" dirty="0"/>
              <a:t>(10.10.0.0/16 như là cha của 10.10.2.0 &amp; 10.10.3.0/24)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thì có thể ghi: </a:t>
            </a:r>
            <a:r>
              <a:rPr lang="en-US" sz="1600" dirty="0">
                <a:sym typeface="+mn-ea"/>
              </a:rPr>
              <a:t>10.10.2.0  0.0.1.255</a:t>
            </a:r>
            <a:endParaRPr lang="en-US" sz="1600" dirty="0">
              <a:sym typeface="+mn-ea"/>
            </a:endParaRPr>
          </a:p>
          <a:p>
            <a:pPr marL="914400" lvl="2" indent="45720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ACL – Solution for Assignment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3996"/>
            <a:ext cx="10515600" cy="53177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i="1" dirty="0"/>
              <a:t>West(</a:t>
            </a:r>
            <a:r>
              <a:rPr lang="en-US" sz="2200" i="1" dirty="0" err="1"/>
              <a:t>config</a:t>
            </a:r>
            <a:r>
              <a:rPr lang="en-US" sz="2200" i="1" dirty="0"/>
              <a:t>)# </a:t>
            </a:r>
            <a:r>
              <a:rPr lang="en-US" sz="2200" i="1" dirty="0" err="1"/>
              <a:t>ip</a:t>
            </a:r>
            <a:r>
              <a:rPr lang="en-US" sz="2200" i="1" dirty="0"/>
              <a:t> access-list extended ONE_AND_TWO_WAY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/>
              <a:t>West(config-</a:t>
            </a:r>
            <a:r>
              <a:rPr lang="en-US" sz="2200" i="1" dirty="0" err="1"/>
              <a:t>ext</a:t>
            </a:r>
            <a:r>
              <a:rPr lang="en-US" sz="2200" i="1" dirty="0"/>
              <a:t>-</a:t>
            </a:r>
            <a:r>
              <a:rPr lang="en-US" sz="2200" i="1" dirty="0" err="1"/>
              <a:t>nacl</a:t>
            </a:r>
            <a:r>
              <a:rPr lang="en-US" sz="2200" i="1" dirty="0"/>
              <a:t>)#permit </a:t>
            </a:r>
            <a:r>
              <a:rPr lang="en-US" sz="2200" i="1" dirty="0" err="1"/>
              <a:t>tcp</a:t>
            </a:r>
            <a:r>
              <a:rPr lang="en-US" sz="2200" i="1" dirty="0"/>
              <a:t> 10.10.2.0 0.0.0.255 10.10.4.0 0.0.0.255 eq 21</a:t>
            </a:r>
            <a:endParaRPr lang="en-US" sz="2200" i="1" dirty="0"/>
          </a:p>
          <a:p>
            <a:pPr marL="0" indent="0">
              <a:buNone/>
            </a:pPr>
            <a:r>
              <a:rPr lang="en-US" sz="2200" i="1" dirty="0"/>
              <a:t>West(config-</a:t>
            </a:r>
            <a:r>
              <a:rPr lang="en-US" sz="2200" i="1" dirty="0" err="1"/>
              <a:t>ext</a:t>
            </a:r>
            <a:r>
              <a:rPr lang="en-US" sz="2200" i="1" dirty="0"/>
              <a:t>-</a:t>
            </a:r>
            <a:r>
              <a:rPr lang="en-US" sz="2200" i="1" dirty="0" err="1"/>
              <a:t>nacl</a:t>
            </a:r>
            <a:r>
              <a:rPr lang="en-US" sz="2200" i="1" dirty="0"/>
              <a:t>)#permit </a:t>
            </a:r>
            <a:r>
              <a:rPr lang="en-US" sz="2200" i="1" dirty="0" err="1"/>
              <a:t>tcp</a:t>
            </a:r>
            <a:r>
              <a:rPr lang="en-US" sz="2200" i="1" dirty="0"/>
              <a:t> 10.10.2.0 0.0.0.255 10.10.4.0 0.0.0.255 </a:t>
            </a:r>
            <a:r>
              <a:rPr lang="en-US" sz="2200" i="1" dirty="0" err="1"/>
              <a:t>gt</a:t>
            </a:r>
            <a:r>
              <a:rPr lang="en-US" sz="2200" i="1" dirty="0"/>
              <a:t> 1023</a:t>
            </a:r>
            <a:endParaRPr lang="en-US" sz="2200" i="1" dirty="0"/>
          </a:p>
          <a:p>
            <a:pPr marL="0" indent="0">
              <a:buNone/>
            </a:pPr>
            <a:r>
              <a:rPr lang="en-US" sz="2200" i="1" dirty="0"/>
              <a:t>West(config-</a:t>
            </a:r>
            <a:r>
              <a:rPr lang="en-US" sz="2200" i="1" dirty="0" err="1"/>
              <a:t>ext</a:t>
            </a:r>
            <a:r>
              <a:rPr lang="en-US" sz="2200" i="1" dirty="0"/>
              <a:t>-</a:t>
            </a:r>
            <a:r>
              <a:rPr lang="en-US" sz="2200" i="1" dirty="0" err="1"/>
              <a:t>nacl</a:t>
            </a:r>
            <a:r>
              <a:rPr lang="en-US" sz="2200" i="1" dirty="0"/>
              <a:t>)#deny </a:t>
            </a:r>
            <a:r>
              <a:rPr lang="en-US" sz="2200" i="1" dirty="0" err="1"/>
              <a:t>ip</a:t>
            </a:r>
            <a:r>
              <a:rPr lang="en-US" sz="2200" i="1" dirty="0"/>
              <a:t> 10.10.2.0 0.0.0.255 10.10.4.0 0.0.0.255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/>
              <a:t>West(</a:t>
            </a:r>
            <a:r>
              <a:rPr lang="en-US" sz="2200" i="1" dirty="0" err="1"/>
              <a:t>config-ext-nacl</a:t>
            </a:r>
            <a:r>
              <a:rPr lang="en-US" sz="2200" i="1" dirty="0"/>
              <a:t>)#permit </a:t>
            </a:r>
            <a:r>
              <a:rPr lang="en-US" sz="2200" i="1" dirty="0" err="1"/>
              <a:t>tcp</a:t>
            </a:r>
            <a:r>
              <a:rPr lang="en-US" sz="2200" i="1" dirty="0"/>
              <a:t> 10.10.2.0 0.0.0.255 10.10.3.0 0.0.0.255 </a:t>
            </a:r>
            <a:r>
              <a:rPr lang="en-US" sz="2200" i="1" dirty="0" err="1"/>
              <a:t>eq</a:t>
            </a:r>
            <a:r>
              <a:rPr lang="en-US" sz="2200" i="1" dirty="0"/>
              <a:t> 80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/>
              <a:t>West(</a:t>
            </a:r>
            <a:r>
              <a:rPr lang="en-US" sz="2200" i="1" dirty="0" err="1"/>
              <a:t>config-ext-nacl</a:t>
            </a:r>
            <a:r>
              <a:rPr lang="en-US" sz="2200" i="1" dirty="0"/>
              <a:t>)#permit </a:t>
            </a:r>
            <a:r>
              <a:rPr lang="en-US" sz="2200" i="1" dirty="0" err="1"/>
              <a:t>tcp</a:t>
            </a:r>
            <a:r>
              <a:rPr lang="en-US" sz="2200" i="1" dirty="0"/>
              <a:t> 10.10.2.0 0.0.0.255 </a:t>
            </a:r>
            <a:r>
              <a:rPr lang="en-US" sz="2200" i="1" dirty="0" err="1"/>
              <a:t>eq</a:t>
            </a:r>
            <a:r>
              <a:rPr lang="en-US" sz="2200" i="1" dirty="0"/>
              <a:t> 80 10.10.3.0 0.0.0.255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/>
              <a:t>West(</a:t>
            </a:r>
            <a:r>
              <a:rPr lang="en-US" sz="2200" i="1" dirty="0" err="1"/>
              <a:t>config-ext-nacl</a:t>
            </a:r>
            <a:r>
              <a:rPr lang="en-US" sz="2200" i="1" dirty="0"/>
              <a:t>)#deny </a:t>
            </a:r>
            <a:r>
              <a:rPr lang="en-US" sz="2200" i="1" dirty="0" err="1"/>
              <a:t>ip</a:t>
            </a:r>
            <a:r>
              <a:rPr lang="en-US" sz="2200" i="1" dirty="0"/>
              <a:t> 10.10.2.0 0.0.0.255 10.10.3.0 0.0.0.255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/>
              <a:t>West(</a:t>
            </a:r>
            <a:r>
              <a:rPr lang="en-US" sz="2200" i="1" dirty="0" err="1"/>
              <a:t>config-ext-nacl</a:t>
            </a:r>
            <a:r>
              <a:rPr lang="en-US" sz="2200" i="1" dirty="0"/>
              <a:t>)#permit </a:t>
            </a:r>
            <a:r>
              <a:rPr lang="en-US" sz="2200" i="1" dirty="0" err="1"/>
              <a:t>ip</a:t>
            </a:r>
            <a:r>
              <a:rPr lang="en-US" sz="2200" i="1" dirty="0"/>
              <a:t> any </a:t>
            </a:r>
            <a:r>
              <a:rPr lang="en-US" sz="2200" i="1" dirty="0" err="1"/>
              <a:t>any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/>
              <a:t>West(</a:t>
            </a:r>
            <a:r>
              <a:rPr lang="en-US" sz="2200" i="1" dirty="0" err="1"/>
              <a:t>config-ext-nacl</a:t>
            </a:r>
            <a:r>
              <a:rPr lang="en-US" sz="2200" i="1" dirty="0"/>
              <a:t>)#exit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/>
              <a:t>West(</a:t>
            </a:r>
            <a:r>
              <a:rPr lang="en-US" sz="2200" i="1" dirty="0" err="1"/>
              <a:t>config</a:t>
            </a:r>
            <a:r>
              <a:rPr lang="en-US" sz="2200" i="1" dirty="0"/>
              <a:t>)# interface f0/1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/>
              <a:t>West(</a:t>
            </a:r>
            <a:r>
              <a:rPr lang="en-US" sz="2200" i="1" dirty="0" err="1"/>
              <a:t>config</a:t>
            </a:r>
            <a:r>
              <a:rPr lang="en-US" sz="2200" i="1" dirty="0"/>
              <a:t>-if)# </a:t>
            </a:r>
            <a:r>
              <a:rPr lang="en-US" sz="2200" i="1" dirty="0" err="1"/>
              <a:t>ip</a:t>
            </a:r>
            <a:r>
              <a:rPr lang="en-US" sz="2200" i="1" dirty="0"/>
              <a:t> access-group ONE_AND_TWO_WAY in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ACL – Solution for Assignment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380" y="1825625"/>
            <a:ext cx="11396980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i="1" dirty="0"/>
              <a:t>Gateway(</a:t>
            </a:r>
            <a:r>
              <a:rPr lang="en-US" sz="1800" i="1" dirty="0" err="1"/>
              <a:t>config</a:t>
            </a:r>
            <a:r>
              <a:rPr lang="en-US" sz="1800" i="1" dirty="0"/>
              <a:t>)# </a:t>
            </a:r>
            <a:r>
              <a:rPr lang="en-US" sz="1800" i="1" dirty="0" err="1"/>
              <a:t>ip</a:t>
            </a:r>
            <a:r>
              <a:rPr lang="en-US" sz="1800" i="1" dirty="0"/>
              <a:t> access-list extended GATEWAY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/>
              <a:t>Gateway (</a:t>
            </a:r>
            <a:r>
              <a:rPr lang="en-US" sz="1800" i="1" dirty="0" err="1"/>
              <a:t>config-ext-nacl</a:t>
            </a:r>
            <a:r>
              <a:rPr lang="en-US" sz="1800" i="1" dirty="0"/>
              <a:t>)# deny </a:t>
            </a:r>
            <a:r>
              <a:rPr lang="en-US" sz="1800" i="1" dirty="0" err="1"/>
              <a:t>icmp</a:t>
            </a:r>
            <a:r>
              <a:rPr lang="en-US" sz="1800" i="1" dirty="0"/>
              <a:t> any </a:t>
            </a:r>
            <a:r>
              <a:rPr lang="en-US" sz="1800" i="1" dirty="0" err="1"/>
              <a:t>any</a:t>
            </a:r>
            <a:r>
              <a:rPr lang="en-US" sz="1800" i="1" dirty="0"/>
              <a:t> echo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/>
              <a:t>Gateway (</a:t>
            </a:r>
            <a:r>
              <a:rPr lang="en-US" sz="1800" i="1" dirty="0" err="1"/>
              <a:t>config-ext-nacl</a:t>
            </a:r>
            <a:r>
              <a:rPr lang="en-US" sz="1800" i="1" dirty="0"/>
              <a:t>)# permit </a:t>
            </a:r>
            <a:r>
              <a:rPr lang="en-US" sz="1800" i="1" dirty="0" err="1"/>
              <a:t>tcp</a:t>
            </a:r>
            <a:r>
              <a:rPr lang="en-US" sz="1800" i="1" dirty="0"/>
              <a:t> any 10.10.1.2 0.0.3.0 </a:t>
            </a:r>
            <a:r>
              <a:rPr lang="en-US" sz="1800" i="1" dirty="0" err="1"/>
              <a:t>eq</a:t>
            </a:r>
            <a:r>
              <a:rPr lang="en-US" sz="1800" i="1" dirty="0"/>
              <a:t> 80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/>
              <a:t>Gateway (</a:t>
            </a:r>
            <a:r>
              <a:rPr lang="en-US" sz="1800" i="1" dirty="0" err="1"/>
              <a:t>config-ext-nacl</a:t>
            </a:r>
            <a:r>
              <a:rPr lang="en-US" sz="1800" i="1" dirty="0"/>
              <a:t>)# permit </a:t>
            </a:r>
            <a:r>
              <a:rPr lang="en-US" sz="1800" i="1" dirty="0" err="1"/>
              <a:t>tcp</a:t>
            </a:r>
            <a:r>
              <a:rPr lang="en-US" sz="1800" i="1" dirty="0"/>
              <a:t> any </a:t>
            </a:r>
            <a:r>
              <a:rPr lang="en-US" sz="1800" i="1" dirty="0" err="1"/>
              <a:t>any</a:t>
            </a:r>
            <a:r>
              <a:rPr lang="en-US" sz="1800" i="1" dirty="0"/>
              <a:t> established =&gt; cho phép từ trong ra ngoài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/>
              <a:t>Gateway (</a:t>
            </a:r>
            <a:r>
              <a:rPr lang="en-US" sz="1800" i="1" dirty="0" err="1"/>
              <a:t>config-ext-nacl</a:t>
            </a:r>
            <a:r>
              <a:rPr lang="en-US" sz="1800" i="1" dirty="0"/>
              <a:t>)# deny </a:t>
            </a:r>
            <a:r>
              <a:rPr lang="en-US" sz="1800" i="1" dirty="0" err="1"/>
              <a:t>tcp</a:t>
            </a:r>
            <a:r>
              <a:rPr lang="en-US" sz="1800" i="1" dirty="0"/>
              <a:t> any </a:t>
            </a:r>
            <a:r>
              <a:rPr lang="en-US" sz="1800" i="1" dirty="0" err="1"/>
              <a:t>any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/>
              <a:t>Gateway (</a:t>
            </a:r>
            <a:r>
              <a:rPr lang="en-US" sz="1800" i="1" dirty="0" err="1"/>
              <a:t>config-ext-nacl</a:t>
            </a:r>
            <a:r>
              <a:rPr lang="en-US" sz="1800" i="1" dirty="0"/>
              <a:t>)# permit </a:t>
            </a:r>
            <a:r>
              <a:rPr lang="en-US" sz="1800" i="1" dirty="0" err="1"/>
              <a:t>ip</a:t>
            </a:r>
            <a:r>
              <a:rPr lang="en-US" sz="1800" i="1" dirty="0"/>
              <a:t> any </a:t>
            </a:r>
            <a:r>
              <a:rPr lang="en-US" sz="1800" i="1" dirty="0" err="1"/>
              <a:t>any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/>
              <a:t>Gateway (</a:t>
            </a:r>
            <a:r>
              <a:rPr lang="en-US" sz="1800" i="1" dirty="0" err="1"/>
              <a:t>config-ext-nacl</a:t>
            </a:r>
            <a:r>
              <a:rPr lang="en-US" sz="1800" i="1" dirty="0"/>
              <a:t>)# exit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/>
              <a:t>Gateway (</a:t>
            </a:r>
            <a:r>
              <a:rPr lang="en-US" sz="1800" i="1" dirty="0" err="1"/>
              <a:t>config</a:t>
            </a:r>
            <a:r>
              <a:rPr lang="en-US" sz="1800" i="1" dirty="0"/>
              <a:t>)# interface f0/0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/>
              <a:t>Gateway (</a:t>
            </a:r>
            <a:r>
              <a:rPr lang="en-US" sz="1800" i="1" dirty="0" err="1"/>
              <a:t>config</a:t>
            </a:r>
            <a:r>
              <a:rPr lang="en-US" sz="1800" i="1" dirty="0"/>
              <a:t>)# </a:t>
            </a:r>
            <a:r>
              <a:rPr lang="en-US" sz="1800" i="1" dirty="0" err="1"/>
              <a:t>ip</a:t>
            </a:r>
            <a:r>
              <a:rPr lang="en-US" sz="1800" i="1" dirty="0"/>
              <a:t> access-group GATEWAY in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p>
            <a:pPr algn="ctr"/>
            <a:r>
              <a:rPr lang="en-US" dirty="0"/>
              <a:t>ACL – Solution for Assignment 4</a:t>
            </a:r>
            <a:endParaRPr lang="en-US" dirty="0"/>
          </a:p>
        </p:txBody>
      </p:sp>
      <p:sp>
        <p:nvSpPr>
          <p:cNvPr id="6" name="Content Placeholder 4"/>
          <p:cNvSpPr>
            <a:spLocks noGrp="1"/>
          </p:cNvSpPr>
          <p:nvPr/>
        </p:nvSpPr>
        <p:spPr>
          <a:xfrm>
            <a:off x="1024255" y="1611630"/>
            <a:ext cx="10457180" cy="3723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/>
              <a:t>Extended IP access list GATEWAY</a:t>
            </a:r>
            <a:endParaRPr lang="en-US" sz="2400" i="1"/>
          </a:p>
          <a:p>
            <a:pPr marL="0" indent="0">
              <a:buNone/>
            </a:pPr>
            <a:r>
              <a:rPr lang="en-US" sz="2400" i="1" dirty="0" err="1">
                <a:sym typeface="+mn-ea"/>
              </a:rPr>
              <a:t>ip</a:t>
            </a:r>
            <a:r>
              <a:rPr lang="en-US" sz="2400" i="1" dirty="0">
                <a:sym typeface="+mn-ea"/>
              </a:rPr>
              <a:t> access-list extended GATEWAY</a:t>
            </a:r>
            <a:endParaRPr lang="en-US" sz="2400" i="1"/>
          </a:p>
          <a:p>
            <a:pPr marL="0" indent="0">
              <a:buNone/>
            </a:pPr>
            <a:r>
              <a:rPr lang="en-US" sz="2400" i="1"/>
              <a:t>    10 deny icmp any any echo =&gt; internet không ping vào trong network được</a:t>
            </a:r>
            <a:endParaRPr lang="en-US" sz="2400" i="1"/>
          </a:p>
          <a:p>
            <a:pPr marL="0" indent="0">
              <a:buNone/>
            </a:pPr>
            <a:r>
              <a:rPr lang="en-US" sz="2400" i="1"/>
              <a:t>    30 permit tcp any any established</a:t>
            </a:r>
            <a:endParaRPr lang="en-US" sz="2400" i="1"/>
          </a:p>
          <a:p>
            <a:pPr marL="0" indent="0">
              <a:buNone/>
            </a:pPr>
            <a:r>
              <a:rPr lang="en-US" sz="2400" i="1"/>
              <a:t>    40 deny tcp any any</a:t>
            </a:r>
            <a:endParaRPr lang="en-US" sz="2400" i="1"/>
          </a:p>
          <a:p>
            <a:pPr marL="0" indent="0">
              <a:buNone/>
            </a:pPr>
            <a:r>
              <a:rPr lang="en-US" sz="2400" i="1"/>
              <a:t>    50 permit ip any any</a:t>
            </a:r>
            <a:endParaRPr lang="en-US" sz="2400" i="1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p>
            <a:pPr algn="ctr"/>
            <a:r>
              <a:rPr lang="en-US" dirty="0"/>
              <a:t>ACL – Solution for Assignment 5</a:t>
            </a:r>
            <a:endParaRPr lang="en-US" dirty="0"/>
          </a:p>
        </p:txBody>
      </p:sp>
      <p:sp>
        <p:nvSpPr>
          <p:cNvPr id="6" name="Content Placeholder 4"/>
          <p:cNvSpPr>
            <a:spLocks noGrp="1"/>
          </p:cNvSpPr>
          <p:nvPr/>
        </p:nvSpPr>
        <p:spPr>
          <a:xfrm>
            <a:off x="1074420" y="1734185"/>
            <a:ext cx="9512300" cy="4217670"/>
          </a:xfrm>
          <a:prstGeom prst="rect">
            <a:avLst/>
          </a:prstGeom>
        </p:spPr>
        <p:txBody>
          <a:bodyPr vert="horz" lIns="91440" tIns="45720" rIns="91440" bIns="45720" rtlCol="0">
            <a:normAutofit fontScale="5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/>
              <a:t>Extended IP access list WEST =&gt; </a:t>
            </a:r>
            <a:endParaRPr lang="en-US" i="1"/>
          </a:p>
          <a:p>
            <a:pPr marL="0" indent="0">
              <a:buNone/>
            </a:pPr>
            <a:r>
              <a:rPr lang="en-US" i="1" dirty="0" err="1">
                <a:sym typeface="+mn-ea"/>
              </a:rPr>
              <a:t>ip</a:t>
            </a:r>
            <a:r>
              <a:rPr lang="en-US" i="1" dirty="0">
                <a:sym typeface="+mn-ea"/>
              </a:rPr>
              <a:t> access-list extended </a:t>
            </a:r>
            <a:r>
              <a:rPr lang="en-US" i="1">
                <a:sym typeface="+mn-ea"/>
              </a:rPr>
              <a:t>WEST</a:t>
            </a:r>
            <a:endParaRPr lang="en-US" i="1"/>
          </a:p>
          <a:p>
            <a:pPr marL="0" indent="0">
              <a:buNone/>
            </a:pPr>
            <a:r>
              <a:rPr lang="en-US" i="1"/>
              <a:t>deny ip 10.10.1.0 0.0.0.255 10.10.2.0 0.0.0.255</a:t>
            </a:r>
            <a:endParaRPr lang="en-US" i="1"/>
          </a:p>
          <a:p>
            <a:pPr marL="0" indent="0">
              <a:buNone/>
            </a:pPr>
            <a:r>
              <a:rPr lang="en-US" i="1">
                <a:sym typeface="+mn-ea"/>
              </a:rPr>
              <a:t>deny ip 10.10.1.0 0.0.0.255 10.10.3.0 0.0.0.255</a:t>
            </a:r>
            <a:endParaRPr lang="en-US" i="1"/>
          </a:p>
          <a:p>
            <a:pPr marL="0" indent="0">
              <a:buNone/>
            </a:pPr>
            <a:r>
              <a:rPr lang="en-US" i="1"/>
              <a:t>permit ip 10.10.1.0 0.0.0.255 10.10.4.0 0.0.0.255</a:t>
            </a:r>
            <a:endParaRPr lang="en-US" i="1"/>
          </a:p>
          <a:p>
            <a:pPr marL="0" indent="0">
              <a:buNone/>
            </a:pPr>
            <a:r>
              <a:rPr lang="en-US" i="1">
                <a:sym typeface="+mn-ea"/>
              </a:rPr>
              <a:t>permit tcp </a:t>
            </a:r>
            <a:r>
              <a:rPr lang="en-US" i="1">
                <a:sym typeface="+mn-ea"/>
              </a:rPr>
              <a:t>10.10.1.0 0.0.0.255</a:t>
            </a:r>
            <a:r>
              <a:rPr lang="en-US" i="1">
                <a:sym typeface="+mn-ea"/>
              </a:rPr>
              <a:t> any eq 80</a:t>
            </a:r>
            <a:endParaRPr lang="en-US" i="1"/>
          </a:p>
          <a:p>
            <a:pPr marL="0" indent="0">
              <a:buNone/>
            </a:pPr>
            <a:r>
              <a:rPr lang="en-US" i="1"/>
              <a:t>deny ip 10.10.1.0 0.0.0.255 any</a:t>
            </a:r>
            <a:endParaRPr lang="en-US" i="1"/>
          </a:p>
          <a:p>
            <a:pPr marL="0" indent="0">
              <a:buNone/>
            </a:pPr>
            <a:r>
              <a:rPr lang="en-US" i="1"/>
              <a:t>permit ip any any</a:t>
            </a:r>
            <a:endParaRPr lang="en-US" i="1"/>
          </a:p>
          <a:p>
            <a:pPr marL="0" indent="0">
              <a:buNone/>
            </a:pPr>
            <a:r>
              <a:rPr lang="en-US" i="1" dirty="0">
                <a:sym typeface="+mn-ea"/>
              </a:rPr>
              <a:t>interface f0/0</a:t>
            </a:r>
            <a:endParaRPr lang="en-US" i="1"/>
          </a:p>
          <a:p>
            <a:pPr marL="0" indent="0">
              <a:buNone/>
            </a:pPr>
            <a:r>
              <a:rPr lang="en-US" i="1" dirty="0" err="1">
                <a:sym typeface="+mn-ea"/>
              </a:rPr>
              <a:t>ip</a:t>
            </a:r>
            <a:r>
              <a:rPr lang="en-US" i="1" dirty="0">
                <a:sym typeface="+mn-ea"/>
              </a:rPr>
              <a:t> access-group </a:t>
            </a:r>
            <a:r>
              <a:rPr lang="en-US" i="1">
                <a:sym typeface="+mn-ea"/>
              </a:rPr>
              <a:t>WEST</a:t>
            </a:r>
            <a:r>
              <a:rPr lang="en-US" i="1" dirty="0">
                <a:sym typeface="+mn-ea"/>
              </a:rPr>
              <a:t> in</a:t>
            </a:r>
            <a:endParaRPr lang="en-US" i="1" dirty="0">
              <a:sym typeface="+mn-ea"/>
            </a:endParaRPr>
          </a:p>
          <a:p>
            <a:pPr marL="0" indent="0">
              <a:buNone/>
            </a:pPr>
            <a:r>
              <a:rPr lang="en-US" i="1" dirty="0">
                <a:sym typeface="+mn-ea"/>
              </a:rPr>
              <a:t>end</a:t>
            </a:r>
            <a:endParaRPr lang="en-US" i="1" dirty="0">
              <a:sym typeface="+mn-ea"/>
            </a:endParaRPr>
          </a:p>
          <a:p>
            <a:pPr marL="0" indent="0">
              <a:buNone/>
            </a:pPr>
            <a:r>
              <a:rPr lang="en-US" i="1" dirty="0">
                <a:sym typeface="+mn-ea"/>
              </a:rPr>
              <a:t>write memory	</a:t>
            </a:r>
            <a:endParaRPr lang="en-US" dirty="0"/>
          </a:p>
          <a:p>
            <a:pPr marL="0" indent="0">
              <a:buNone/>
            </a:pPr>
            <a:endParaRPr lang="en-US" i="1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p>
            <a:pPr algn="ctr"/>
            <a:r>
              <a:rPr lang="en-US" dirty="0"/>
              <a:t>ACL – Solution for Assignment 6</a:t>
            </a:r>
            <a:endParaRPr lang="en-US" dirty="0"/>
          </a:p>
        </p:txBody>
      </p:sp>
      <p:sp>
        <p:nvSpPr>
          <p:cNvPr id="6" name="Content Placeholder 4"/>
          <p:cNvSpPr>
            <a:spLocks noGrp="1"/>
          </p:cNvSpPr>
          <p:nvPr/>
        </p:nvSpPr>
        <p:spPr>
          <a:xfrm>
            <a:off x="325755" y="1734185"/>
            <a:ext cx="5416550" cy="4084320"/>
          </a:xfrm>
          <a:prstGeom prst="rect">
            <a:avLst/>
          </a:prstGeom>
        </p:spPr>
        <p:txBody>
          <a:bodyPr vert="horz" lIns="91440" tIns="45720" rIns="91440" bIns="45720" rtlCol="0">
            <a:normAutofit fontScale="6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 err="1">
                <a:sym typeface="+mn-ea"/>
              </a:rPr>
              <a:t>ip</a:t>
            </a:r>
            <a:r>
              <a:rPr lang="en-US" i="1" dirty="0">
                <a:sym typeface="+mn-ea"/>
              </a:rPr>
              <a:t> access-list extended </a:t>
            </a:r>
            <a:r>
              <a:rPr lang="en-US" i="1">
                <a:sym typeface="+mn-ea"/>
              </a:rPr>
              <a:t>WEST</a:t>
            </a:r>
            <a:endParaRPr lang="en-US" i="1"/>
          </a:p>
          <a:p>
            <a:pPr marL="0" indent="0">
              <a:buNone/>
            </a:pPr>
            <a:r>
              <a:rPr lang="en-US" i="1"/>
              <a:t>permit tcp 10.10.2.0 0.0.0.255 10.10.3.0 0.0.0.255 eq 21</a:t>
            </a:r>
            <a:endParaRPr lang="en-US" i="1"/>
          </a:p>
          <a:p>
            <a:pPr marL="0" indent="0">
              <a:buNone/>
            </a:pPr>
            <a:r>
              <a:rPr lang="en-US" i="1"/>
              <a:t>permit tcp 10.10.2.0 0.0.0.255 10.10.3.0 0.0.0.255 gt 1023</a:t>
            </a:r>
            <a:endParaRPr lang="en-US" i="1"/>
          </a:p>
          <a:p>
            <a:pPr marL="0" indent="0">
              <a:buNone/>
            </a:pPr>
            <a:r>
              <a:rPr lang="en-US" i="1"/>
              <a:t>deny ip 10.10.2.0 0.0.0.255 10.10.3.0 0.0.0.255</a:t>
            </a:r>
            <a:endParaRPr lang="en-US" i="1"/>
          </a:p>
          <a:p>
            <a:pPr marL="0" indent="0">
              <a:buNone/>
            </a:pPr>
            <a:r>
              <a:rPr lang="en-US" i="1"/>
              <a:t>permit ip any any</a:t>
            </a:r>
            <a:endParaRPr lang="en-US" i="1"/>
          </a:p>
          <a:p>
            <a:pPr marL="0" indent="0">
              <a:buNone/>
            </a:pPr>
            <a:r>
              <a:rPr lang="en-US" i="1" dirty="0">
                <a:sym typeface="+mn-ea"/>
              </a:rPr>
              <a:t>interface f0/1</a:t>
            </a:r>
            <a:endParaRPr lang="en-US" i="1"/>
          </a:p>
          <a:p>
            <a:pPr marL="0" indent="0">
              <a:buNone/>
            </a:pPr>
            <a:r>
              <a:rPr lang="en-US" i="1" dirty="0" err="1">
                <a:sym typeface="+mn-ea"/>
              </a:rPr>
              <a:t>ip</a:t>
            </a:r>
            <a:r>
              <a:rPr lang="en-US" i="1" dirty="0">
                <a:sym typeface="+mn-ea"/>
              </a:rPr>
              <a:t> access-group </a:t>
            </a:r>
            <a:r>
              <a:rPr lang="en-US" i="1">
                <a:sym typeface="+mn-ea"/>
              </a:rPr>
              <a:t>WEST</a:t>
            </a:r>
            <a:r>
              <a:rPr lang="en-US" i="1" dirty="0">
                <a:sym typeface="+mn-ea"/>
              </a:rPr>
              <a:t> in</a:t>
            </a:r>
            <a:endParaRPr lang="en-US" i="1" dirty="0">
              <a:sym typeface="+mn-ea"/>
            </a:endParaRPr>
          </a:p>
          <a:p>
            <a:pPr marL="0" indent="0">
              <a:buNone/>
            </a:pPr>
            <a:r>
              <a:rPr lang="en-US" i="1" dirty="0">
                <a:sym typeface="+mn-ea"/>
              </a:rPr>
              <a:t>end</a:t>
            </a:r>
            <a:endParaRPr lang="en-US" i="1" dirty="0">
              <a:sym typeface="+mn-ea"/>
            </a:endParaRPr>
          </a:p>
          <a:p>
            <a:pPr marL="0" indent="0">
              <a:buNone/>
            </a:pPr>
            <a:r>
              <a:rPr lang="en-US" i="1" dirty="0">
                <a:sym typeface="+mn-ea"/>
              </a:rPr>
              <a:t>write memory	</a:t>
            </a:r>
            <a:endParaRPr lang="en-US" dirty="0"/>
          </a:p>
          <a:p>
            <a:pPr marL="0" indent="0">
              <a:buNone/>
            </a:pPr>
            <a:endParaRPr lang="en-US" i="1"/>
          </a:p>
        </p:txBody>
      </p:sp>
      <p:sp>
        <p:nvSpPr>
          <p:cNvPr id="2" name="Content Placeholder 4"/>
          <p:cNvSpPr>
            <a:spLocks noGrp="1"/>
          </p:cNvSpPr>
          <p:nvPr/>
        </p:nvSpPr>
        <p:spPr>
          <a:xfrm>
            <a:off x="6381115" y="1734185"/>
            <a:ext cx="5416550" cy="4084320"/>
          </a:xfrm>
          <a:prstGeom prst="rect">
            <a:avLst/>
          </a:prstGeom>
        </p:spPr>
        <p:txBody>
          <a:bodyPr vert="horz" lIns="91440" tIns="45720" rIns="91440" bIns="45720" rtlCol="0">
            <a:normAutofit fontScale="6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 err="1">
                <a:sym typeface="+mn-ea"/>
              </a:rPr>
              <a:t>ip</a:t>
            </a:r>
            <a:r>
              <a:rPr lang="en-US" i="1" dirty="0">
                <a:sym typeface="+mn-ea"/>
              </a:rPr>
              <a:t> access-list extended </a:t>
            </a:r>
            <a:r>
              <a:rPr lang="en-US" i="1">
                <a:sym typeface="+mn-ea"/>
              </a:rPr>
              <a:t>EAST</a:t>
            </a:r>
            <a:endParaRPr lang="en-US" i="1"/>
          </a:p>
          <a:p>
            <a:pPr marL="0" indent="0">
              <a:buNone/>
            </a:pPr>
            <a:r>
              <a:rPr lang="en-US" i="1"/>
              <a:t>permit tcp 10.10.3.0 0.0.0.255 10.10.2.0 0.0.0.255 eq 21</a:t>
            </a:r>
            <a:endParaRPr lang="en-US" i="1"/>
          </a:p>
          <a:p>
            <a:pPr marL="0" indent="0">
              <a:buNone/>
            </a:pPr>
            <a:r>
              <a:rPr lang="en-US" i="1"/>
              <a:t>permit tcp 10.10.3.0 0.0.0.255 10.10.2.0 0.0.0.255 gt 1023</a:t>
            </a:r>
            <a:endParaRPr lang="en-US" i="1"/>
          </a:p>
          <a:p>
            <a:pPr marL="0" indent="0">
              <a:buNone/>
            </a:pPr>
            <a:r>
              <a:rPr lang="en-US" i="1"/>
              <a:t>deny ip 10.10.3.0 0.0.0.255 10.10.2.0 0.0.0.255</a:t>
            </a:r>
            <a:endParaRPr lang="en-US" i="1"/>
          </a:p>
          <a:p>
            <a:pPr marL="0" indent="0">
              <a:buNone/>
            </a:pPr>
            <a:r>
              <a:rPr lang="en-US" i="1"/>
              <a:t>permit ip any any</a:t>
            </a:r>
            <a:endParaRPr lang="en-US" i="1"/>
          </a:p>
          <a:p>
            <a:pPr marL="0" indent="0">
              <a:buNone/>
            </a:pPr>
            <a:r>
              <a:rPr lang="en-US" i="1" dirty="0">
                <a:sym typeface="+mn-ea"/>
              </a:rPr>
              <a:t>interface f0/0</a:t>
            </a:r>
            <a:endParaRPr lang="en-US" i="1"/>
          </a:p>
          <a:p>
            <a:pPr marL="0" indent="0">
              <a:buNone/>
            </a:pPr>
            <a:r>
              <a:rPr lang="en-US" i="1" dirty="0" err="1">
                <a:sym typeface="+mn-ea"/>
              </a:rPr>
              <a:t>ip</a:t>
            </a:r>
            <a:r>
              <a:rPr lang="en-US" i="1" dirty="0">
                <a:sym typeface="+mn-ea"/>
              </a:rPr>
              <a:t> access-group </a:t>
            </a:r>
            <a:r>
              <a:rPr lang="en-US" i="1">
                <a:sym typeface="+mn-ea"/>
              </a:rPr>
              <a:t>EAST</a:t>
            </a:r>
            <a:r>
              <a:rPr lang="en-US" i="1" dirty="0">
                <a:sym typeface="+mn-ea"/>
              </a:rPr>
              <a:t> in</a:t>
            </a:r>
            <a:endParaRPr lang="en-US" i="1" dirty="0">
              <a:sym typeface="+mn-ea"/>
            </a:endParaRPr>
          </a:p>
          <a:p>
            <a:pPr marL="0" indent="0">
              <a:buNone/>
            </a:pPr>
            <a:r>
              <a:rPr lang="en-US" i="1" dirty="0">
                <a:sym typeface="+mn-ea"/>
              </a:rPr>
              <a:t>end</a:t>
            </a:r>
            <a:endParaRPr lang="en-US" i="1" dirty="0">
              <a:sym typeface="+mn-ea"/>
            </a:endParaRPr>
          </a:p>
          <a:p>
            <a:pPr marL="0" indent="0">
              <a:buNone/>
            </a:pPr>
            <a:r>
              <a:rPr lang="en-US" i="1" dirty="0">
                <a:sym typeface="+mn-ea"/>
              </a:rPr>
              <a:t>write memory	</a:t>
            </a:r>
            <a:endParaRPr lang="en-US" dirty="0"/>
          </a:p>
          <a:p>
            <a:pPr marL="0" indent="0">
              <a:buNone/>
            </a:pPr>
            <a:endParaRPr lang="en-US" i="1"/>
          </a:p>
        </p:txBody>
      </p:sp>
      <p:sp>
        <p:nvSpPr>
          <p:cNvPr id="3" name="Text Box 2"/>
          <p:cNvSpPr txBox="1"/>
          <p:nvPr/>
        </p:nvSpPr>
        <p:spPr>
          <a:xfrm>
            <a:off x="325755" y="5092700"/>
            <a:ext cx="4064000" cy="139890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r>
              <a:rPr lang="en-US" sz="1700"/>
              <a:t>ftp ip...</a:t>
            </a:r>
            <a:endParaRPr lang="en-US" sz="1700"/>
          </a:p>
          <a:p>
            <a:r>
              <a:rPr lang="en-US" sz="1700"/>
              <a:t>dir</a:t>
            </a:r>
            <a:endParaRPr lang="en-US" sz="1700"/>
          </a:p>
          <a:p>
            <a:r>
              <a:rPr lang="en-US" sz="1700"/>
              <a:t>get &lt;copy 1 đoạn tên file bỏ dô&gt;</a:t>
            </a:r>
            <a:endParaRPr lang="en-US" sz="1700"/>
          </a:p>
          <a:p>
            <a:r>
              <a:rPr lang="en-US" sz="1700"/>
              <a:t>quit</a:t>
            </a:r>
            <a:endParaRPr lang="en-US" sz="1700"/>
          </a:p>
          <a:p>
            <a:r>
              <a:rPr lang="en-US" sz="1700"/>
              <a:t>dir</a:t>
            </a: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��
</file>

<file path=customXml/item2.xml>��
</file>

<file path=customXml/item3.xml>��
</file>

<file path=customXml/itemProps1.xml><?xml version="1.0" encoding="utf-8"?>
<ds:datastoreItem xmlns:ds="http://schemas.openxmlformats.org/officeDocument/2006/customXml" ds:itemID="{19C2E32A-60A2-4723-A03A-D100CE3EB49B}">
  <ds:schemaRefs/>
</ds:datastoreItem>
</file>

<file path=customXml/itemProps2.xml><?xml version="1.0" encoding="utf-8"?>
<ds:datastoreItem xmlns:ds="http://schemas.openxmlformats.org/officeDocument/2006/customXml" ds:itemID="{727E3D97-66DF-40E8-9903-57CB01569BCB}">
  <ds:schemaRefs/>
</ds:datastoreItem>
</file>

<file path=customXml/itemProps3.xml><?xml version="1.0" encoding="utf-8"?>
<ds:datastoreItem xmlns:ds="http://schemas.openxmlformats.org/officeDocument/2006/customXml" ds:itemID="{7C53B76E-AAE5-4B56-A49F-823909E0F75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3322</Words>
  <Application>WPS Presentation</Application>
  <PresentationFormat>Widescreen</PresentationFormat>
  <Paragraphs>109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ACL – Solution for Assignment 1</vt:lpstr>
      <vt:lpstr>ACL – Solution for Assignment 2</vt:lpstr>
      <vt:lpstr>ACL – Solution for Assignment 3</vt:lpstr>
      <vt:lpstr>ACL – Solution for Assignment 4</vt:lpstr>
      <vt:lpstr>ACL – Solution for Assignment 5</vt:lpstr>
      <vt:lpstr>ACL – Solution for Assignment 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ACL – Solution for Assignment 1</dc:title>
  <dc:creator>Captain</dc:creator>
  <cp:lastModifiedBy>PhanHa</cp:lastModifiedBy>
  <cp:revision>11</cp:revision>
  <cp:lastPrinted>2015-10-12T04:37:00Z</cp:lastPrinted>
  <dcterms:created xsi:type="dcterms:W3CDTF">2015-10-12T02:23:00Z</dcterms:created>
  <dcterms:modified xsi:type="dcterms:W3CDTF">2023-09-25T06:34:47Z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0x010100B2695A4184868846AB0C9F63094CAB73</vt:lpwstr>
  </property>
  <property fmtid="{D5CDD505-2E9C-101B-9397-08002B2CF9AE}" pid="3" name="ICV">
    <vt:lpwstr>7E403AD604044D9388B378AC21E3ACCA_13</vt:lpwstr>
  </property>
  <property fmtid="{D5CDD505-2E9C-101B-9397-08002B2CF9AE}" pid="4" name="KSOProductBuildVer">
    <vt:lpwstr>1033-12.2.0.13215</vt:lpwstr>
  </property>
</Properties>
</file>