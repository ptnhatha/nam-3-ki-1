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customXml" Target="../customXml/item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B5B3C-3F1B-4A0E-BA81-4488B9C8C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1FA9D9-0736-4DE4-A917-C0DB0C3FB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D991D-E03E-4A22-BE97-9615D754113B}" type="datetimeFigureOut">
              <a:rPr lang="en-US" smtClean="0"/>
              <a:t>10/16/2021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C5E4C7-0162-4EDC-B1EC-F7D406109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EDD4E3-A893-414F-9961-74A81B745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D27D6-E44D-4487-8907-F331078BA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681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E15DC8-CA79-4B0E-8D47-5F3F4F22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360C47-AEAD-484C-B947-1044107B3B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35204-71D6-45B0-AB24-1B060BF553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9D991D-E03E-4A22-BE97-9615D754113B}" type="datetimeFigureOut">
              <a:rPr lang="en-US" smtClean="0"/>
              <a:t>10/16/2021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15466-EB72-4DD3-A6B7-666C357FAC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ACC6-DA40-4745-99A8-D2EFF9AEC5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1D27D6-E44D-4487-8907-F331078BA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711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A479038-0338-4F5F-BCC1-E14BEA960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400"/>
              <a:t>Mathematics for</a:t>
            </a:r>
            <a:br>
              <a:rPr lang="en-US" sz="2400"/>
            </a:br>
            <a:r>
              <a:rPr lang="en-US" sz="2400"/>
              <a:t>Computer Science</a:t>
            </a: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59D429-9801-4A7D-8421-23596221A24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615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588F41A-997F-41AA-BBA0-49D016228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1A6468-10E9-409C-B217-FA1DB0CE220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039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2E8A610-DDC4-4CA6-A813-17F0DB0DA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Geometry </a:t>
            </a:r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2689E8-7B35-458C-A811-FE856CD28BC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544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428D256-804C-454A-B4FB-AA6AAACA8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Geometry - Complex number </a:t>
            </a:r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B9B96D-F3C3-40D1-9A07-3BF0F4515EC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3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9FF71A2-82CE-48D6-BEC8-9ABD99BF0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Geometry - Complex number </a:t>
            </a:r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472701-891A-4D71-8F5D-77680DEC421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59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3818E0E-2ADA-4C16-AA88-937A2C3D7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Geometry - Complex number </a:t>
            </a:r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D1565C-0E59-4487-9D93-3363570F148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00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40CDFF2-1B98-4450-9089-7093A5D41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Geometry </a:t>
            </a:r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11BFDC-0676-47D3-BC8D-88A6E74F3CA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949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B966D97-545B-4066-98C9-9C92AE6CB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Geometry - Points and lines </a:t>
            </a:r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20F3C0-1F4D-4BBB-AAF6-7A6A12FCD8D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222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FF23AD8-196D-45FB-8A0C-899D1EE86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Geometry - Points and lines </a:t>
            </a:r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AEFDEA-CFA1-4C28-B004-1CBE9549ABC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846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EDF0A46-C908-45F7-92AD-1DC2B76DB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Geometry - Points and lines </a:t>
            </a:r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A55720-9090-422C-A550-5C2119BAE3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539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8786445-0354-4907-B6D8-F9F810C77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Geometry - Points and lines </a:t>
            </a:r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67ACC5-1F56-46C5-AE65-2F24261F8EF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526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BA929CE-6AEB-446C-84E8-72ABBFA62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Geometry - Points and lines </a:t>
            </a:r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9812B0-2F75-44DF-8A7A-1FE377A8E3E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0384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A6312EB-7739-4E31-ACA9-1861619F0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Geometry - Points and lines </a:t>
            </a:r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98BB4F-A019-4C2E-AD9C-1886CE15A4B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183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5199AA1-8CE3-470B-8B23-931D25178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Geometry - Points and lines </a:t>
            </a:r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1F4A53-A360-4B69-8678-A3752983AE9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488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51F9B1D-80FC-48A5-A887-351C2772E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Geometry - Points and lines </a:t>
            </a:r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585E33-612E-4279-93D7-070707F07BC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5626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CA877DB-5D2C-46FB-9C36-BD0648077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Geometry - Points and lines </a:t>
            </a:r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9AFFE0-0A10-4143-BE72-669D8CE8ACB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1465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6B6753A-C8CC-43D5-8664-2F7347E47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Geometry - Points and lines </a:t>
            </a:r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924BAC-0973-49A5-BEAE-0562D888162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0309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B43F18B-EA8E-454D-A3E7-8C3648425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Geometry </a:t>
            </a:r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EFE9CC-A870-449D-A78B-4F103DE9AC0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214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07C2577-6B2E-4495-A43A-5EBC04E6F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Polygon area</a:t>
            </a:r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E7C43C-F6AF-43D4-BE1C-8E8F83DCE12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7229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EB1E112-64FA-4C7D-8A4F-215555117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Polygon area</a:t>
            </a:r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249694-78E1-4309-A54F-8BFD816E56A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2709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11E5685-081A-4C3A-967C-2B8B7F1F4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Polygon area</a:t>
            </a:r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E33D42-B816-4446-B076-97EAE29311F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3451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FD5053E-43DF-4D3D-9779-27036F917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Polygon area</a:t>
            </a:r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7BD264-46DE-4AA6-959C-9A4C95F0C3A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4344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BDF2113-A34B-4F54-B4E1-85F58B365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Geometry </a:t>
            </a:r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2DF60E-27F5-4665-95A2-DA46B0EE162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7858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A5F65E7-0792-4A9C-860B-608700090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Distance functions</a:t>
            </a:r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611CA7-ECED-47E5-BEF7-3B18BEC38BE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7542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E2E327E-87AD-471F-8C6F-EE8A76A7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Distance functions</a:t>
            </a:r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230627-AD8A-4149-B67F-90EE0C98BD2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8712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1D73EDA-3EAD-40D9-A0B4-27A36946A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Geometry </a:t>
            </a:r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3C24B3-AB0C-4F94-A097-8BF2A2CF8C1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3579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83C5493-3507-4A81-801F-89D129501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Intersection points</a:t>
            </a:r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C16005-5D63-4C05-A81A-776D03CE382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2953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A971F8D-57C8-4054-9277-704A850B7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Intersection points</a:t>
            </a:r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AB7FC3-04BF-4550-90BC-E19F0B9B917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1889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3B8F358-77BD-46D1-BC92-634B46E2F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Intersection points</a:t>
            </a:r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727E25-B5D0-467F-92BB-6EC5C1B93A7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0218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FD90F64-BF69-4A3C-800F-C1FC00ECA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Intersection points</a:t>
            </a:r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95EAD5-A708-4A44-84F5-394D4F1DF65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7400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9315F1E-E78A-4FC2-96F3-0BF575570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Intersection points</a:t>
            </a:r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F1AAD3-CABB-41FA-B718-72FD8BF4ACB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453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304E947-006E-4EB3-A76F-E9A78E6ED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Intersection points</a:t>
            </a:r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5A833F-869D-48FB-A68F-365B47CEC43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3670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DFA97EB-EF24-4CD0-B995-39F1E0910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Intersection points</a:t>
            </a:r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46E7F7-E5C1-4C25-90BE-51AF5160BFD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0372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67411C0-67C0-4672-9054-DA12EDE0A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Intersection points</a:t>
            </a:r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DD53D0-C0D5-48C9-97C9-1B14A0460C1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0788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6578B44-6FFB-45AD-B87E-6D3873E72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Geometry </a:t>
            </a:r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2E1266-4740-4D60-8F04-9100BFCAD8E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2063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0F95E92-501E-47D3-9A34-1E5F2EF95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Closest pair problem</a:t>
            </a:r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E7A44C-5339-4822-BD6D-6E35F4AD425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3912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A057188-9DEC-4C41-BBAB-670313738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Closest pair problem</a:t>
            </a:r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67EE42-ED36-4A48-9A66-C8310B6D423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9728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28CFAEC-70B4-48CC-A29C-F84461A88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Closest pair problem</a:t>
            </a:r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AB4285-44C1-41FC-883E-A56C586E760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9538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C0B8557-B277-4719-931A-6981E429A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Closest pair problem</a:t>
            </a:r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FAE52D-CDAD-4E7F-ABE9-19D87D65A4C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9683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141EFF4-90DE-4A33-9C52-47339249B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Geometry </a:t>
            </a:r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C3C086-DEF4-4B44-B893-DA411E2D039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6937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2C54349-2C12-4833-98A0-5C44ECB53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Convex hull problem</a:t>
            </a:r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40E965-A59B-48DE-A8BE-9E12619CE9E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2045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B026DD8-DCD2-4796-BDF9-09EEB4DF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Convex hull problem</a:t>
            </a:r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C90DD8-6F6A-4C28-B66A-1F29C54CDB8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1473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AA9F975-62A5-46BC-B04F-A9164A62C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Convex hull problem</a:t>
            </a:r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ACC3F7-D9AF-4D1D-9649-5AD56FB1BDC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4470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EAC7E44-7506-4575-BF16-5D56220B8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Convex hull problem</a:t>
            </a:r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10B86B-669A-4329-9795-D5A1CE6F785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0119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6FBB0EE-6734-4900-9BBE-B91A945D9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Convex hull problem</a:t>
            </a:r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8EEF18-B857-47B8-B7D1-760EEA234A6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376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2695A4184868846AB0C9F63094CAB73" ma:contentTypeVersion="4" ma:contentTypeDescription="Create a new document." ma:contentTypeScope="" ma:versionID="18f8f3dc9af18142c38522c95c747551">
  <xsd:schema xmlns:xsd="http://www.w3.org/2001/XMLSchema" xmlns:xs="http://www.w3.org/2001/XMLSchema" xmlns:p="http://schemas.microsoft.com/office/2006/metadata/properties" xmlns:ns2="177da3cf-cb00-4d5b-8f69-29dde18230db" targetNamespace="http://schemas.microsoft.com/office/2006/metadata/properties" ma:root="true" ma:fieldsID="45cfec0dcee65eabbb4e1dcf30e734bf" ns2:_="">
    <xsd:import namespace="177da3cf-cb00-4d5b-8f69-29dde18230d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7da3cf-cb00-4d5b-8f69-29dde18230d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2A5311C-3BF1-453D-AA92-EE72C9E3BA08}"/>
</file>

<file path=customXml/itemProps2.xml><?xml version="1.0" encoding="utf-8"?>
<ds:datastoreItem xmlns:ds="http://schemas.openxmlformats.org/officeDocument/2006/customXml" ds:itemID="{6BB9EB27-FD5A-4645-A66C-6CE578C4C370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</Words>
  <Application>Microsoft Office PowerPoint</Application>
  <PresentationFormat>On-screen Show (4:3)</PresentationFormat>
  <Paragraphs>45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Arial</vt:lpstr>
      <vt:lpstr>Calibri</vt:lpstr>
      <vt:lpstr>Calibri Light</vt:lpstr>
      <vt:lpstr>Times New Roman</vt:lpstr>
      <vt:lpstr>Office Theme</vt:lpstr>
      <vt:lpstr>Mathematics for Computer Science</vt:lpstr>
      <vt:lpstr>References</vt:lpstr>
      <vt:lpstr>Geometry </vt:lpstr>
      <vt:lpstr>Geometry - Complex number </vt:lpstr>
      <vt:lpstr>Geometry - Complex number </vt:lpstr>
      <vt:lpstr>Geometry - Complex number </vt:lpstr>
      <vt:lpstr>Geometry </vt:lpstr>
      <vt:lpstr>Geometry - Points and lines </vt:lpstr>
      <vt:lpstr>Geometry - Points and lines </vt:lpstr>
      <vt:lpstr>Geometry - Points and lines </vt:lpstr>
      <vt:lpstr>Geometry - Points and lines </vt:lpstr>
      <vt:lpstr>Geometry - Points and lines </vt:lpstr>
      <vt:lpstr>Geometry - Points and lines </vt:lpstr>
      <vt:lpstr>Geometry - Points and lines </vt:lpstr>
      <vt:lpstr>Geometry - Points and lines </vt:lpstr>
      <vt:lpstr>Geometry - Points and lines </vt:lpstr>
      <vt:lpstr>Geometry - Points and lines </vt:lpstr>
      <vt:lpstr>Geometry </vt:lpstr>
      <vt:lpstr>Polygon area</vt:lpstr>
      <vt:lpstr>Polygon area</vt:lpstr>
      <vt:lpstr>Polygon area</vt:lpstr>
      <vt:lpstr>Polygon area</vt:lpstr>
      <vt:lpstr>Geometry </vt:lpstr>
      <vt:lpstr>Distance functions</vt:lpstr>
      <vt:lpstr>Distance functions</vt:lpstr>
      <vt:lpstr>Geometry </vt:lpstr>
      <vt:lpstr>Intersection points</vt:lpstr>
      <vt:lpstr>Intersection points</vt:lpstr>
      <vt:lpstr>Intersection points</vt:lpstr>
      <vt:lpstr>Intersection points</vt:lpstr>
      <vt:lpstr>Intersection points</vt:lpstr>
      <vt:lpstr>Intersection points</vt:lpstr>
      <vt:lpstr>Intersection points</vt:lpstr>
      <vt:lpstr>Intersection points</vt:lpstr>
      <vt:lpstr>Geometry </vt:lpstr>
      <vt:lpstr>Closest pair problem</vt:lpstr>
      <vt:lpstr>Closest pair problem</vt:lpstr>
      <vt:lpstr>Closest pair problem</vt:lpstr>
      <vt:lpstr>Closest pair problem</vt:lpstr>
      <vt:lpstr>Geometry </vt:lpstr>
      <vt:lpstr>Convex hull problem</vt:lpstr>
      <vt:lpstr>Convex hull problem</vt:lpstr>
      <vt:lpstr>Convex hull problem</vt:lpstr>
      <vt:lpstr>Convex hull problem</vt:lpstr>
      <vt:lpstr>Convex hull problem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Mathematics for Computer Science</dc:title>
  <dc:creator>Pham Cong Thang - Khoa CNTT</dc:creator>
  <cp:lastModifiedBy>Pham Cong Thang - Khoa CNTT</cp:lastModifiedBy>
  <cp:revision>1</cp:revision>
  <dcterms:created xsi:type="dcterms:W3CDTF">2021-10-16T16:37:10Z</dcterms:created>
  <dcterms:modified xsi:type="dcterms:W3CDTF">2021-10-16T16:37:10Z</dcterms:modified>
</cp:coreProperties>
</file>