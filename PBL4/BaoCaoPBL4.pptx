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2"/>
    <p:sldId id="272" r:id="rId3"/>
    <p:sldId id="257" r:id="rId4"/>
    <p:sldId id="258" r:id="rId5"/>
    <p:sldId id="273" r:id="rId6"/>
    <p:sldId id="270" r:id="rId7"/>
    <p:sldId id="274" r:id="rId8"/>
    <p:sldId id="259" r:id="rId9"/>
    <p:sldId id="260" r:id="rId10"/>
    <p:sldId id="261" r:id="rId11"/>
    <p:sldId id="262" r:id="rId12"/>
    <p:sldId id="263" r:id="rId13"/>
    <p:sldId id="264" r:id="rId14"/>
    <p:sldId id="265" r:id="rId15"/>
    <p:sldId id="266" r:id="rId16"/>
    <p:sldId id="267" r:id="rId17"/>
    <p:sldId id="268" r:id="rId18"/>
    <p:sldId id="269" r:id="rId19"/>
    <p:sldId id="271" r:id="rId20"/>
  </p:sldIdLst>
  <p:sldSz cx="18288000" cy="10287000"/>
  <p:notesSz cx="6858000" cy="9144000"/>
  <p:embeddedFontLst>
    <p:embeddedFont>
      <p:font typeface="Calibri" panose="020F0502020204030204" pitchFamily="34" charset="0"/>
      <p:regular r:id="rId22"/>
      <p:bold r:id="rId23"/>
      <p:italic r:id="rId24"/>
      <p:boldItalic r:id="rId25"/>
    </p:embeddedFont>
    <p:embeddedFont>
      <p:font typeface="Cambria Math" panose="02040503050406030204" pitchFamily="18" charset="0"/>
      <p:regular r:id="rId26"/>
    </p:embeddedFont>
    <p:embeddedFont>
      <p:font typeface="Open Sans Extra Bold" panose="020B0604020202020204" charset="0"/>
      <p:regular r:id="rId27"/>
    </p:embeddedFont>
    <p:embeddedFont>
      <p:font typeface="Poppins" panose="00000500000000000000" pitchFamily="2" charset="0"/>
      <p:regular r:id="rId28"/>
      <p:bold r:id="rId29"/>
      <p:italic r:id="rId30"/>
      <p:boldItalic r:id="rId31"/>
    </p:embeddedFont>
    <p:embeddedFont>
      <p:font typeface="Poppins Bold" panose="00000800000000000000"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5388"/>
    <a:srgbClr val="051D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C51D42-4C1E-4DC1-A162-6DC3F8E04EB2}" v="612" dt="2024-01-03T03:34:57.2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1" d="100"/>
          <a:sy n="51" d="100"/>
        </p:scale>
        <p:origin x="1766"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21" Type="http://schemas.openxmlformats.org/officeDocument/2006/relationships/notesMaster" Target="notesMasters/notesMaster1.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280303-DC83-491E-8D57-9C0CF33E2BEE}" type="datetimeFigureOut">
              <a:rPr lang="en-US" smtClean="0"/>
              <a:t>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01D311-F509-4043-9533-E65CD75FFE2E}" type="slidenum">
              <a:rPr lang="en-US" smtClean="0"/>
              <a:t>‹#›</a:t>
            </a:fld>
            <a:endParaRPr lang="en-US"/>
          </a:p>
        </p:txBody>
      </p:sp>
    </p:spTree>
    <p:extLst>
      <p:ext uri="{BB962C8B-B14F-4D97-AF65-F5344CB8AC3E}">
        <p14:creationId xmlns:p14="http://schemas.microsoft.com/office/powerpoint/2010/main" val="3163963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01D311-F509-4043-9533-E65CD75FFE2E}" type="slidenum">
              <a:rPr lang="en-US" smtClean="0"/>
              <a:t>3</a:t>
            </a:fld>
            <a:endParaRPr lang="en-US"/>
          </a:p>
        </p:txBody>
      </p:sp>
    </p:spTree>
    <p:extLst>
      <p:ext uri="{BB962C8B-B14F-4D97-AF65-F5344CB8AC3E}">
        <p14:creationId xmlns:p14="http://schemas.microsoft.com/office/powerpoint/2010/main" val="3430131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D01D311-F509-4043-9533-E65CD75FFE2E}" type="slidenum">
              <a:rPr lang="en-US" smtClean="0"/>
              <a:t>5</a:t>
            </a:fld>
            <a:endParaRPr lang="en-US"/>
          </a:p>
        </p:txBody>
      </p:sp>
    </p:spTree>
    <p:extLst>
      <p:ext uri="{BB962C8B-B14F-4D97-AF65-F5344CB8AC3E}">
        <p14:creationId xmlns:p14="http://schemas.microsoft.com/office/powerpoint/2010/main" val="3487930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01D311-F509-4043-9533-E65CD75FFE2E}" type="slidenum">
              <a:rPr lang="en-US" smtClean="0"/>
              <a:t>6</a:t>
            </a:fld>
            <a:endParaRPr lang="en-US"/>
          </a:p>
        </p:txBody>
      </p:sp>
    </p:spTree>
    <p:extLst>
      <p:ext uri="{BB962C8B-B14F-4D97-AF65-F5344CB8AC3E}">
        <p14:creationId xmlns:p14="http://schemas.microsoft.com/office/powerpoint/2010/main" val="14918444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D01D311-F509-4043-9533-E65CD75FFE2E}" type="slidenum">
              <a:rPr lang="en-US" smtClean="0"/>
              <a:t>7</a:t>
            </a:fld>
            <a:endParaRPr lang="en-US"/>
          </a:p>
        </p:txBody>
      </p:sp>
    </p:spTree>
    <p:extLst>
      <p:ext uri="{BB962C8B-B14F-4D97-AF65-F5344CB8AC3E}">
        <p14:creationId xmlns:p14="http://schemas.microsoft.com/office/powerpoint/2010/main" val="33749907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microsoft.com/office/2007/relationships/hdphoto" Target="../media/hdphoto1.wdp"/><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microsoft.com/office/2007/relationships/hdphoto" Target="../media/hdphoto1.wdp"/><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microsoft.com/office/2007/relationships/hdphoto" Target="../media/hdphoto2.wdp"/><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9.jpeg"/><Relationship Id="rId4" Type="http://schemas.openxmlformats.org/officeDocument/2006/relationships/image" Target="../media/image18.jpeg"/></Relationships>
</file>

<file path=ppt/slides/_rels/slide11.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jpe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1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7.xml"/><Relationship Id="rId4" Type="http://schemas.openxmlformats.org/officeDocument/2006/relationships/image" Target="../media/image37.svg"/></Relationships>
</file>

<file path=ppt/slides/_rels/slide1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7.xml"/><Relationship Id="rId6" Type="http://schemas.openxmlformats.org/officeDocument/2006/relationships/image" Target="../media/image43.jpeg"/><Relationship Id="rId5" Type="http://schemas.openxmlformats.org/officeDocument/2006/relationships/image" Target="../media/image42.jpeg"/><Relationship Id="rId4" Type="http://schemas.openxmlformats.org/officeDocument/2006/relationships/image" Target="../media/image41.jpeg"/></Relationships>
</file>

<file path=ppt/slides/_rels/slide17.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39.jpeg"/><Relationship Id="rId1" Type="http://schemas.openxmlformats.org/officeDocument/2006/relationships/slideLayout" Target="../slideLayouts/slideLayout7.xml"/><Relationship Id="rId6" Type="http://schemas.openxmlformats.org/officeDocument/2006/relationships/image" Target="../media/image47.svg"/><Relationship Id="rId11" Type="http://schemas.openxmlformats.org/officeDocument/2006/relationships/image" Target="../media/image52.sv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svg"/><Relationship Id="rId9" Type="http://schemas.openxmlformats.org/officeDocument/2006/relationships/image" Target="../media/image50.jpeg"/></Relationships>
</file>

<file path=ppt/slides/_rels/slide18.xml.rels><?xml version="1.0" encoding="UTF-8" standalone="yes"?>
<Relationships xmlns="http://schemas.openxmlformats.org/package/2006/relationships"><Relationship Id="rId26" Type="http://schemas.openxmlformats.org/officeDocument/2006/relationships/image" Target="../media/image77.png"/><Relationship Id="rId21" Type="http://schemas.openxmlformats.org/officeDocument/2006/relationships/image" Target="../media/image72.svg"/><Relationship Id="rId42" Type="http://schemas.openxmlformats.org/officeDocument/2006/relationships/image" Target="../media/image93.png"/><Relationship Id="rId47" Type="http://schemas.openxmlformats.org/officeDocument/2006/relationships/image" Target="../media/image98.svg"/><Relationship Id="rId63" Type="http://schemas.openxmlformats.org/officeDocument/2006/relationships/image" Target="../media/image114.svg"/><Relationship Id="rId68" Type="http://schemas.openxmlformats.org/officeDocument/2006/relationships/image" Target="../media/image119.png"/><Relationship Id="rId84" Type="http://schemas.openxmlformats.org/officeDocument/2006/relationships/image" Target="../media/image135.png"/><Relationship Id="rId89" Type="http://schemas.openxmlformats.org/officeDocument/2006/relationships/image" Target="../media/image140.svg"/><Relationship Id="rId16" Type="http://schemas.openxmlformats.org/officeDocument/2006/relationships/image" Target="../media/image67.png"/><Relationship Id="rId11" Type="http://schemas.openxmlformats.org/officeDocument/2006/relationships/image" Target="../media/image62.svg"/><Relationship Id="rId32" Type="http://schemas.openxmlformats.org/officeDocument/2006/relationships/image" Target="../media/image83.png"/><Relationship Id="rId37" Type="http://schemas.openxmlformats.org/officeDocument/2006/relationships/image" Target="../media/image88.svg"/><Relationship Id="rId53" Type="http://schemas.openxmlformats.org/officeDocument/2006/relationships/image" Target="../media/image104.svg"/><Relationship Id="rId58" Type="http://schemas.openxmlformats.org/officeDocument/2006/relationships/image" Target="../media/image109.png"/><Relationship Id="rId74" Type="http://schemas.openxmlformats.org/officeDocument/2006/relationships/image" Target="../media/image125.png"/><Relationship Id="rId79" Type="http://schemas.openxmlformats.org/officeDocument/2006/relationships/image" Target="../media/image130.svg"/><Relationship Id="rId5" Type="http://schemas.openxmlformats.org/officeDocument/2006/relationships/image" Target="../media/image56.svg"/><Relationship Id="rId90" Type="http://schemas.openxmlformats.org/officeDocument/2006/relationships/image" Target="../media/image141.png"/><Relationship Id="rId95" Type="http://schemas.openxmlformats.org/officeDocument/2006/relationships/image" Target="../media/image146.svg"/><Relationship Id="rId22" Type="http://schemas.openxmlformats.org/officeDocument/2006/relationships/image" Target="../media/image73.png"/><Relationship Id="rId27" Type="http://schemas.openxmlformats.org/officeDocument/2006/relationships/image" Target="../media/image78.svg"/><Relationship Id="rId43" Type="http://schemas.openxmlformats.org/officeDocument/2006/relationships/image" Target="../media/image94.svg"/><Relationship Id="rId48" Type="http://schemas.openxmlformats.org/officeDocument/2006/relationships/image" Target="../media/image99.png"/><Relationship Id="rId64" Type="http://schemas.openxmlformats.org/officeDocument/2006/relationships/image" Target="../media/image115.png"/><Relationship Id="rId69" Type="http://schemas.openxmlformats.org/officeDocument/2006/relationships/image" Target="../media/image120.svg"/><Relationship Id="rId80" Type="http://schemas.openxmlformats.org/officeDocument/2006/relationships/image" Target="../media/image131.png"/><Relationship Id="rId85" Type="http://schemas.openxmlformats.org/officeDocument/2006/relationships/image" Target="../media/image136.svg"/><Relationship Id="rId3" Type="http://schemas.openxmlformats.org/officeDocument/2006/relationships/image" Target="../media/image54.svg"/><Relationship Id="rId12" Type="http://schemas.openxmlformats.org/officeDocument/2006/relationships/image" Target="../media/image63.png"/><Relationship Id="rId17" Type="http://schemas.openxmlformats.org/officeDocument/2006/relationships/image" Target="../media/image68.svg"/><Relationship Id="rId25" Type="http://schemas.openxmlformats.org/officeDocument/2006/relationships/image" Target="../media/image76.svg"/><Relationship Id="rId33" Type="http://schemas.openxmlformats.org/officeDocument/2006/relationships/image" Target="../media/image84.svg"/><Relationship Id="rId38" Type="http://schemas.openxmlformats.org/officeDocument/2006/relationships/image" Target="../media/image89.png"/><Relationship Id="rId46" Type="http://schemas.openxmlformats.org/officeDocument/2006/relationships/image" Target="../media/image97.png"/><Relationship Id="rId59" Type="http://schemas.openxmlformats.org/officeDocument/2006/relationships/image" Target="../media/image110.svg"/><Relationship Id="rId67" Type="http://schemas.openxmlformats.org/officeDocument/2006/relationships/image" Target="../media/image118.svg"/><Relationship Id="rId20" Type="http://schemas.openxmlformats.org/officeDocument/2006/relationships/image" Target="../media/image71.png"/><Relationship Id="rId41" Type="http://schemas.openxmlformats.org/officeDocument/2006/relationships/image" Target="../media/image92.svg"/><Relationship Id="rId54" Type="http://schemas.openxmlformats.org/officeDocument/2006/relationships/image" Target="../media/image105.png"/><Relationship Id="rId62" Type="http://schemas.openxmlformats.org/officeDocument/2006/relationships/image" Target="../media/image113.png"/><Relationship Id="rId70" Type="http://schemas.openxmlformats.org/officeDocument/2006/relationships/image" Target="../media/image121.png"/><Relationship Id="rId75" Type="http://schemas.openxmlformats.org/officeDocument/2006/relationships/image" Target="../media/image126.svg"/><Relationship Id="rId83" Type="http://schemas.openxmlformats.org/officeDocument/2006/relationships/image" Target="../media/image134.svg"/><Relationship Id="rId88" Type="http://schemas.openxmlformats.org/officeDocument/2006/relationships/image" Target="../media/image139.png"/><Relationship Id="rId91" Type="http://schemas.openxmlformats.org/officeDocument/2006/relationships/image" Target="../media/image142.svg"/><Relationship Id="rId96" Type="http://schemas.openxmlformats.org/officeDocument/2006/relationships/image" Target="../media/image147.png"/><Relationship Id="rId1" Type="http://schemas.openxmlformats.org/officeDocument/2006/relationships/slideLayout" Target="../slideLayouts/slideLayout7.xml"/><Relationship Id="rId6" Type="http://schemas.openxmlformats.org/officeDocument/2006/relationships/image" Target="../media/image57.png"/><Relationship Id="rId15" Type="http://schemas.openxmlformats.org/officeDocument/2006/relationships/image" Target="../media/image66.svg"/><Relationship Id="rId23" Type="http://schemas.openxmlformats.org/officeDocument/2006/relationships/image" Target="../media/image74.svg"/><Relationship Id="rId28" Type="http://schemas.openxmlformats.org/officeDocument/2006/relationships/image" Target="../media/image79.png"/><Relationship Id="rId36" Type="http://schemas.openxmlformats.org/officeDocument/2006/relationships/image" Target="../media/image87.png"/><Relationship Id="rId49" Type="http://schemas.openxmlformats.org/officeDocument/2006/relationships/image" Target="../media/image100.svg"/><Relationship Id="rId57" Type="http://schemas.openxmlformats.org/officeDocument/2006/relationships/image" Target="../media/image108.svg"/><Relationship Id="rId10" Type="http://schemas.openxmlformats.org/officeDocument/2006/relationships/image" Target="../media/image61.png"/><Relationship Id="rId31" Type="http://schemas.openxmlformats.org/officeDocument/2006/relationships/image" Target="../media/image82.svg"/><Relationship Id="rId44" Type="http://schemas.openxmlformats.org/officeDocument/2006/relationships/image" Target="../media/image95.png"/><Relationship Id="rId52" Type="http://schemas.openxmlformats.org/officeDocument/2006/relationships/image" Target="../media/image103.png"/><Relationship Id="rId60" Type="http://schemas.openxmlformats.org/officeDocument/2006/relationships/image" Target="../media/image111.png"/><Relationship Id="rId65" Type="http://schemas.openxmlformats.org/officeDocument/2006/relationships/image" Target="../media/image116.svg"/><Relationship Id="rId73" Type="http://schemas.openxmlformats.org/officeDocument/2006/relationships/image" Target="../media/image124.svg"/><Relationship Id="rId78" Type="http://schemas.openxmlformats.org/officeDocument/2006/relationships/image" Target="../media/image129.png"/><Relationship Id="rId81" Type="http://schemas.openxmlformats.org/officeDocument/2006/relationships/image" Target="../media/image132.svg"/><Relationship Id="rId86" Type="http://schemas.openxmlformats.org/officeDocument/2006/relationships/image" Target="../media/image137.png"/><Relationship Id="rId94" Type="http://schemas.openxmlformats.org/officeDocument/2006/relationships/image" Target="../media/image145.png"/><Relationship Id="rId99" Type="http://schemas.openxmlformats.org/officeDocument/2006/relationships/image" Target="../media/image150.svg"/><Relationship Id="rId4" Type="http://schemas.openxmlformats.org/officeDocument/2006/relationships/image" Target="../media/image55.png"/><Relationship Id="rId9" Type="http://schemas.openxmlformats.org/officeDocument/2006/relationships/image" Target="../media/image60.svg"/><Relationship Id="rId13" Type="http://schemas.openxmlformats.org/officeDocument/2006/relationships/image" Target="../media/image64.svg"/><Relationship Id="rId18" Type="http://schemas.openxmlformats.org/officeDocument/2006/relationships/image" Target="../media/image69.png"/><Relationship Id="rId39" Type="http://schemas.openxmlformats.org/officeDocument/2006/relationships/image" Target="../media/image90.svg"/><Relationship Id="rId34" Type="http://schemas.openxmlformats.org/officeDocument/2006/relationships/image" Target="../media/image85.png"/><Relationship Id="rId50" Type="http://schemas.openxmlformats.org/officeDocument/2006/relationships/image" Target="../media/image101.png"/><Relationship Id="rId55" Type="http://schemas.openxmlformats.org/officeDocument/2006/relationships/image" Target="../media/image106.svg"/><Relationship Id="rId76" Type="http://schemas.openxmlformats.org/officeDocument/2006/relationships/image" Target="../media/image127.png"/><Relationship Id="rId97" Type="http://schemas.openxmlformats.org/officeDocument/2006/relationships/image" Target="../media/image148.svg"/><Relationship Id="rId7" Type="http://schemas.openxmlformats.org/officeDocument/2006/relationships/image" Target="../media/image58.svg"/><Relationship Id="rId71" Type="http://schemas.openxmlformats.org/officeDocument/2006/relationships/image" Target="../media/image122.svg"/><Relationship Id="rId92" Type="http://schemas.openxmlformats.org/officeDocument/2006/relationships/image" Target="../media/image143.png"/><Relationship Id="rId2" Type="http://schemas.openxmlformats.org/officeDocument/2006/relationships/image" Target="../media/image53.png"/><Relationship Id="rId29" Type="http://schemas.openxmlformats.org/officeDocument/2006/relationships/image" Target="../media/image80.svg"/><Relationship Id="rId24" Type="http://schemas.openxmlformats.org/officeDocument/2006/relationships/image" Target="../media/image75.png"/><Relationship Id="rId40" Type="http://schemas.openxmlformats.org/officeDocument/2006/relationships/image" Target="../media/image91.png"/><Relationship Id="rId45" Type="http://schemas.openxmlformats.org/officeDocument/2006/relationships/image" Target="../media/image96.svg"/><Relationship Id="rId66" Type="http://schemas.openxmlformats.org/officeDocument/2006/relationships/image" Target="../media/image117.png"/><Relationship Id="rId87" Type="http://schemas.openxmlformats.org/officeDocument/2006/relationships/image" Target="../media/image138.svg"/><Relationship Id="rId61" Type="http://schemas.openxmlformats.org/officeDocument/2006/relationships/image" Target="../media/image112.svg"/><Relationship Id="rId82" Type="http://schemas.openxmlformats.org/officeDocument/2006/relationships/image" Target="../media/image133.png"/><Relationship Id="rId19" Type="http://schemas.openxmlformats.org/officeDocument/2006/relationships/image" Target="../media/image70.svg"/><Relationship Id="rId14" Type="http://schemas.openxmlformats.org/officeDocument/2006/relationships/image" Target="../media/image65.png"/><Relationship Id="rId30" Type="http://schemas.openxmlformats.org/officeDocument/2006/relationships/image" Target="../media/image81.png"/><Relationship Id="rId35" Type="http://schemas.openxmlformats.org/officeDocument/2006/relationships/image" Target="../media/image86.svg"/><Relationship Id="rId56" Type="http://schemas.openxmlformats.org/officeDocument/2006/relationships/image" Target="../media/image107.png"/><Relationship Id="rId77" Type="http://schemas.openxmlformats.org/officeDocument/2006/relationships/image" Target="../media/image128.svg"/><Relationship Id="rId8" Type="http://schemas.openxmlformats.org/officeDocument/2006/relationships/image" Target="../media/image59.png"/><Relationship Id="rId51" Type="http://schemas.openxmlformats.org/officeDocument/2006/relationships/image" Target="../media/image102.svg"/><Relationship Id="rId72" Type="http://schemas.openxmlformats.org/officeDocument/2006/relationships/image" Target="../media/image123.png"/><Relationship Id="rId93" Type="http://schemas.openxmlformats.org/officeDocument/2006/relationships/image" Target="../media/image144.svg"/><Relationship Id="rId98" Type="http://schemas.openxmlformats.org/officeDocument/2006/relationships/image" Target="../media/image14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3" name="Group 3"/>
          <p:cNvGrpSpPr/>
          <p:nvPr/>
        </p:nvGrpSpPr>
        <p:grpSpPr>
          <a:xfrm>
            <a:off x="18257520" y="8946689"/>
            <a:ext cx="14099416" cy="14099416"/>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388"/>
            </a:solidFill>
            <a:ln cap="sq">
              <a:noFill/>
              <a:prstDash val="solid"/>
              <a:miter/>
            </a:ln>
          </p:spPr>
          <p:txBody>
            <a:bodyPr/>
            <a:lstStyle/>
            <a:p>
              <a:endParaRPr lang="en-US"/>
            </a:p>
          </p:txBody>
        </p:sp>
        <p:sp>
          <p:nvSpPr>
            <p:cNvPr id="5" name="TextBox 5"/>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8990444" y="4489471"/>
            <a:ext cx="9486900" cy="3175678"/>
          </a:xfrm>
          <a:prstGeom prst="rect">
            <a:avLst/>
          </a:prstGeom>
        </p:spPr>
        <p:txBody>
          <a:bodyPr wrap="square" lIns="0" tIns="0" rIns="0" bIns="0" rtlCol="0" anchor="t">
            <a:spAutoFit/>
          </a:bodyPr>
          <a:lstStyle/>
          <a:p>
            <a:pPr marL="0" lvl="0" indent="0" algn="ctr">
              <a:lnSpc>
                <a:spcPts val="12819"/>
              </a:lnSpc>
              <a:spcBef>
                <a:spcPct val="0"/>
              </a:spcBef>
            </a:pPr>
            <a:r>
              <a:rPr lang="en-US" sz="8000">
                <a:solidFill>
                  <a:srgbClr val="051D40"/>
                </a:solidFill>
                <a:latin typeface="Open Sans Extra Bold"/>
              </a:rPr>
              <a:t>DIỄN ĐÀN TRAO ĐỔI KIẾN THỨC</a:t>
            </a:r>
            <a:endParaRPr lang="en-US" sz="8000" u="none" strike="noStrike">
              <a:solidFill>
                <a:srgbClr val="051D40"/>
              </a:solidFill>
              <a:latin typeface="Open Sans Extra Bold"/>
            </a:endParaRPr>
          </a:p>
        </p:txBody>
      </p:sp>
      <p:grpSp>
        <p:nvGrpSpPr>
          <p:cNvPr id="7" name="Group 7"/>
          <p:cNvGrpSpPr/>
          <p:nvPr/>
        </p:nvGrpSpPr>
        <p:grpSpPr>
          <a:xfrm>
            <a:off x="24688800" y="-1542495"/>
            <a:ext cx="3735531" cy="373553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335388"/>
              </a:solidFill>
              <a:prstDash val="solid"/>
              <a:miter/>
            </a:ln>
          </p:spPr>
          <p:txBody>
            <a:bodyPr/>
            <a:lstStyle/>
            <a:p>
              <a:endParaRPr lang="en-US"/>
            </a:p>
          </p:txBody>
        </p:sp>
        <p:sp>
          <p:nvSpPr>
            <p:cNvPr id="9" name="TextBox 9"/>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510597" y="-2185970"/>
            <a:ext cx="1286950" cy="128695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388"/>
            </a:solidFill>
            <a:ln cap="sq">
              <a:noFill/>
              <a:prstDash val="solid"/>
              <a:miter/>
            </a:ln>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3" name="Group 13"/>
          <p:cNvGrpSpPr/>
          <p:nvPr/>
        </p:nvGrpSpPr>
        <p:grpSpPr>
          <a:xfrm>
            <a:off x="-4114800" y="13296900"/>
            <a:ext cx="3735531" cy="373553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335388"/>
              </a:solidFill>
              <a:prstDash val="solid"/>
              <a:miter/>
            </a:ln>
          </p:spPr>
          <p:txBody>
            <a:bodyPr/>
            <a:lstStyle/>
            <a:p>
              <a:endParaRPr lang="en-US"/>
            </a:p>
          </p:txBody>
        </p:sp>
        <p:sp>
          <p:nvSpPr>
            <p:cNvPr id="15" name="TextBox 15"/>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pic>
        <p:nvPicPr>
          <p:cNvPr id="24" name="Picture 13">
            <a:extLst>
              <a:ext uri="{FF2B5EF4-FFF2-40B4-BE49-F238E27FC236}">
                <a16:creationId xmlns:a16="http://schemas.microsoft.com/office/drawing/2014/main" id="{7D369D63-D525-428F-9D2D-6D66B69D7BF2}"/>
              </a:ext>
            </a:extLst>
          </p:cNvPr>
          <p:cNvPicPr>
            <a:picLocks noChangeAspect="1"/>
          </p:cNvPicPr>
          <p:nvPr/>
        </p:nvPicPr>
        <p:blipFill>
          <a:blip r:embed="rId2"/>
          <a:srcRect/>
          <a:stretch>
            <a:fillRect/>
          </a:stretch>
        </p:blipFill>
        <p:spPr>
          <a:xfrm>
            <a:off x="-4246994" y="0"/>
            <a:ext cx="964800" cy="964800"/>
          </a:xfrm>
          <a:prstGeom prst="rect">
            <a:avLst/>
          </a:prstGeom>
        </p:spPr>
      </p:pic>
      <p:pic>
        <p:nvPicPr>
          <p:cNvPr id="25" name="Picture 14">
            <a:extLst>
              <a:ext uri="{FF2B5EF4-FFF2-40B4-BE49-F238E27FC236}">
                <a16:creationId xmlns:a16="http://schemas.microsoft.com/office/drawing/2014/main" id="{6E0773E0-0292-4B6C-9536-FEE3F712E37D}"/>
              </a:ext>
            </a:extLst>
          </p:cNvPr>
          <p:cNvPicPr>
            <a:picLocks noChangeAspect="1"/>
          </p:cNvPicPr>
          <p:nvPr/>
        </p:nvPicPr>
        <p:blipFill>
          <a:blip r:embed="rId3"/>
          <a:srcRect/>
          <a:stretch>
            <a:fillRect/>
          </a:stretch>
        </p:blipFill>
        <p:spPr>
          <a:xfrm>
            <a:off x="-2870524" y="-22571"/>
            <a:ext cx="1246977" cy="1116245"/>
          </a:xfrm>
          <a:prstGeom prst="rect">
            <a:avLst/>
          </a:prstGeom>
        </p:spPr>
      </p:pic>
      <p:sp>
        <p:nvSpPr>
          <p:cNvPr id="26" name="TextBox 15">
            <a:extLst>
              <a:ext uri="{FF2B5EF4-FFF2-40B4-BE49-F238E27FC236}">
                <a16:creationId xmlns:a16="http://schemas.microsoft.com/office/drawing/2014/main" id="{AF702C8D-E0ED-45F7-8F70-3516E850C095}"/>
              </a:ext>
            </a:extLst>
          </p:cNvPr>
          <p:cNvSpPr txBox="1"/>
          <p:nvPr/>
        </p:nvSpPr>
        <p:spPr>
          <a:xfrm>
            <a:off x="-5092638" y="1518501"/>
            <a:ext cx="5486277" cy="845552"/>
          </a:xfrm>
          <a:prstGeom prst="rect">
            <a:avLst/>
          </a:prstGeom>
        </p:spPr>
        <p:txBody>
          <a:bodyPr lIns="0" tIns="0" rIns="0" bIns="0" rtlCol="0" anchor="t">
            <a:spAutoFit/>
          </a:bodyPr>
          <a:lstStyle/>
          <a:p>
            <a:pPr>
              <a:lnSpc>
                <a:spcPts val="3359"/>
              </a:lnSpc>
            </a:pPr>
            <a:r>
              <a:rPr lang="en-US" sz="2400" b="1">
                <a:solidFill>
                  <a:srgbClr val="051D40"/>
                </a:solidFill>
                <a:latin typeface="Cambria Math" panose="02040503050406030204" pitchFamily="18" charset="0"/>
                <a:ea typeface="Cambria Math" panose="02040503050406030204" pitchFamily="18" charset="0"/>
                <a:cs typeface="Cascadia Code" panose="020B0609020000020004" pitchFamily="49" charset="0"/>
              </a:rPr>
              <a:t>TRƯỜNG ĐẠI HỌC BÁCH KHOA</a:t>
            </a:r>
          </a:p>
          <a:p>
            <a:pPr>
              <a:lnSpc>
                <a:spcPts val="3359"/>
              </a:lnSpc>
              <a:spcBef>
                <a:spcPct val="0"/>
              </a:spcBef>
            </a:pPr>
            <a:r>
              <a:rPr lang="en-US" sz="2400" b="1">
                <a:solidFill>
                  <a:srgbClr val="051D40"/>
                </a:solidFill>
                <a:latin typeface="Cambria Math" panose="02040503050406030204" pitchFamily="18" charset="0"/>
                <a:ea typeface="Cambria Math" panose="02040503050406030204" pitchFamily="18" charset="0"/>
                <a:cs typeface="Cascadia Code" panose="020B0609020000020004" pitchFamily="49" charset="0"/>
              </a:rPr>
              <a:t>KHOA CÔNG NGHỆ THÔNG TIN</a:t>
            </a:r>
          </a:p>
        </p:txBody>
      </p:sp>
      <p:grpSp>
        <p:nvGrpSpPr>
          <p:cNvPr id="31" name="Group 30">
            <a:extLst>
              <a:ext uri="{FF2B5EF4-FFF2-40B4-BE49-F238E27FC236}">
                <a16:creationId xmlns:a16="http://schemas.microsoft.com/office/drawing/2014/main" id="{71828AA0-31DC-4FA8-8BF8-B4E8F6AAEA0E}"/>
              </a:ext>
            </a:extLst>
          </p:cNvPr>
          <p:cNvGrpSpPr/>
          <p:nvPr/>
        </p:nvGrpSpPr>
        <p:grpSpPr>
          <a:xfrm>
            <a:off x="19306935" y="2633643"/>
            <a:ext cx="9146584" cy="6646697"/>
            <a:chOff x="19306935" y="2633643"/>
            <a:chExt cx="9146584" cy="6646697"/>
          </a:xfrm>
        </p:grpSpPr>
        <p:sp>
          <p:nvSpPr>
            <p:cNvPr id="16" name="Freeform 16"/>
            <p:cNvSpPr/>
            <p:nvPr/>
          </p:nvSpPr>
          <p:spPr>
            <a:xfrm>
              <a:off x="19540075" y="7546363"/>
              <a:ext cx="8779632" cy="1733977"/>
            </a:xfrm>
            <a:custGeom>
              <a:avLst/>
              <a:gdLst/>
              <a:ahLst/>
              <a:cxnLst/>
              <a:rect l="l" t="t" r="r" b="b"/>
              <a:pathLst>
                <a:path w="8779632" h="1733977">
                  <a:moveTo>
                    <a:pt x="0" y="0"/>
                  </a:moveTo>
                  <a:lnTo>
                    <a:pt x="8779632" y="0"/>
                  </a:lnTo>
                  <a:lnTo>
                    <a:pt x="8779632" y="1733977"/>
                  </a:lnTo>
                  <a:lnTo>
                    <a:pt x="0" y="1733977"/>
                  </a:lnTo>
                  <a:lnTo>
                    <a:pt x="0" y="0"/>
                  </a:lnTo>
                  <a:close/>
                </a:path>
              </a:pathLst>
            </a:custGeom>
            <a:blipFill>
              <a:blip r:embed="rId4"/>
              <a:stretch>
                <a:fillRect/>
              </a:stretch>
            </a:blipFill>
            <a:ln cap="sq">
              <a:noFill/>
              <a:prstDash val="solid"/>
              <a:miter/>
            </a:ln>
          </p:spPr>
          <p:txBody>
            <a:bodyPr/>
            <a:lstStyle/>
            <a:p>
              <a:endParaRPr lang="en-US"/>
            </a:p>
          </p:txBody>
        </p:sp>
        <p:grpSp>
          <p:nvGrpSpPr>
            <p:cNvPr id="30" name="Group 29">
              <a:extLst>
                <a:ext uri="{FF2B5EF4-FFF2-40B4-BE49-F238E27FC236}">
                  <a16:creationId xmlns:a16="http://schemas.microsoft.com/office/drawing/2014/main" id="{A43DECE0-2CB4-4169-8A7C-B8F2BE40651D}"/>
                </a:ext>
              </a:extLst>
            </p:cNvPr>
            <p:cNvGrpSpPr/>
            <p:nvPr/>
          </p:nvGrpSpPr>
          <p:grpSpPr>
            <a:xfrm>
              <a:off x="19306935" y="2633643"/>
              <a:ext cx="9146584" cy="5246370"/>
              <a:chOff x="8573918" y="2967052"/>
              <a:chExt cx="9146584" cy="5246370"/>
            </a:xfrm>
          </p:grpSpPr>
          <p:grpSp>
            <p:nvGrpSpPr>
              <p:cNvPr id="18" name="Group 18"/>
              <p:cNvGrpSpPr>
                <a:grpSpLocks noChangeAspect="1"/>
              </p:cNvGrpSpPr>
              <p:nvPr/>
            </p:nvGrpSpPr>
            <p:grpSpPr>
              <a:xfrm>
                <a:off x="8573918" y="2967052"/>
                <a:ext cx="9146584" cy="5246370"/>
                <a:chOff x="0" y="0"/>
                <a:chExt cx="7981950" cy="4578350"/>
              </a:xfrm>
            </p:grpSpPr>
            <p:sp>
              <p:nvSpPr>
                <p:cNvPr id="19" name="Freeform 19"/>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242424"/>
                </a:solidFill>
              </p:spPr>
              <p:txBody>
                <a:bodyPr/>
                <a:lstStyle/>
                <a:p>
                  <a:endParaRPr lang="en-US"/>
                </a:p>
              </p:txBody>
            </p:sp>
            <p:sp>
              <p:nvSpPr>
                <p:cNvPr id="20" name="Freeform 20"/>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txBody>
                <a:bodyPr/>
                <a:lstStyle/>
                <a:p>
                  <a:endParaRPr lang="en-US"/>
                </a:p>
              </p:txBody>
            </p:sp>
            <p:sp>
              <p:nvSpPr>
                <p:cNvPr id="21" name="Freeform 21"/>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txBody>
                <a:bodyPr/>
                <a:lstStyle/>
                <a:p>
                  <a:endParaRPr lang="en-US"/>
                </a:p>
              </p:txBody>
            </p:sp>
            <p:sp>
              <p:nvSpPr>
                <p:cNvPr id="22" name="Freeform 22"/>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txBody>
                <a:bodyPr/>
                <a:lstStyle/>
                <a:p>
                  <a:endParaRPr lang="en-US"/>
                </a:p>
              </p:txBody>
            </p:sp>
          </p:grpSp>
          <p:sp>
            <p:nvSpPr>
              <p:cNvPr id="27" name="Rectangle 26">
                <a:extLst>
                  <a:ext uri="{FF2B5EF4-FFF2-40B4-BE49-F238E27FC236}">
                    <a16:creationId xmlns:a16="http://schemas.microsoft.com/office/drawing/2014/main" id="{18DE9B0A-FCFB-4262-A805-F2C370871574}"/>
                  </a:ext>
                </a:extLst>
              </p:cNvPr>
              <p:cNvSpPr/>
              <p:nvPr/>
            </p:nvSpPr>
            <p:spPr>
              <a:xfrm>
                <a:off x="9677400" y="3260928"/>
                <a:ext cx="6934200" cy="4404221"/>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cSld>
  <p:clrMapOvr>
    <a:masterClrMapping/>
  </p:clrMapOvr>
  <mc:AlternateContent xmlns:mc="http://schemas.openxmlformats.org/markup-compatibility/2006">
    <mc:Choice xmlns:p14="http://schemas.microsoft.com/office/powerpoint/2010/main" Requires="p14">
      <p:transition spd="slow" p14:dur="2000" advClick="0" advTm="1000"/>
    </mc:Choice>
    <mc:Fallback>
      <p:transition spd="slow" advClick="0" advTm="1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3" name="Group 3"/>
          <p:cNvGrpSpPr/>
          <p:nvPr/>
        </p:nvGrpSpPr>
        <p:grpSpPr>
          <a:xfrm>
            <a:off x="6097502" y="5590237"/>
            <a:ext cx="14099416" cy="14099416"/>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388"/>
            </a:solidFill>
            <a:ln cap="sq">
              <a:noFill/>
              <a:prstDash val="solid"/>
              <a:miter/>
            </a:ln>
          </p:spPr>
          <p:txBody>
            <a:bodyPr/>
            <a:lstStyle/>
            <a:p>
              <a:endParaRPr lang="en-US"/>
            </a:p>
          </p:txBody>
        </p:sp>
        <p:sp>
          <p:nvSpPr>
            <p:cNvPr id="5" name="TextBox 5"/>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77352" y="3469136"/>
            <a:ext cx="9486900" cy="3175678"/>
          </a:xfrm>
          <a:prstGeom prst="rect">
            <a:avLst/>
          </a:prstGeom>
        </p:spPr>
        <p:txBody>
          <a:bodyPr wrap="square" lIns="0" tIns="0" rIns="0" bIns="0" rtlCol="0" anchor="t">
            <a:spAutoFit/>
          </a:bodyPr>
          <a:lstStyle/>
          <a:p>
            <a:pPr marL="0" lvl="0" indent="0" algn="ctr">
              <a:lnSpc>
                <a:spcPts val="12819"/>
              </a:lnSpc>
              <a:spcBef>
                <a:spcPct val="0"/>
              </a:spcBef>
            </a:pPr>
            <a:r>
              <a:rPr lang="en-US" sz="8000">
                <a:solidFill>
                  <a:srgbClr val="051D40"/>
                </a:solidFill>
                <a:latin typeface="Open Sans Extra Bold"/>
              </a:rPr>
              <a:t>DIỄN ĐÀN TRAO ĐỔI KIẾN THỨC</a:t>
            </a:r>
            <a:endParaRPr lang="en-US" sz="8000" u="none" strike="noStrike">
              <a:solidFill>
                <a:srgbClr val="051D40"/>
              </a:solidFill>
              <a:latin typeface="Open Sans Extra Bold"/>
            </a:endParaRPr>
          </a:p>
        </p:txBody>
      </p:sp>
      <p:grpSp>
        <p:nvGrpSpPr>
          <p:cNvPr id="7" name="Group 7"/>
          <p:cNvGrpSpPr/>
          <p:nvPr/>
        </p:nvGrpSpPr>
        <p:grpSpPr>
          <a:xfrm>
            <a:off x="16420234" y="-1717598"/>
            <a:ext cx="3735531" cy="373553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335388"/>
              </a:solidFill>
              <a:prstDash val="solid"/>
              <a:miter/>
            </a:ln>
          </p:spPr>
          <p:txBody>
            <a:bodyPr/>
            <a:lstStyle/>
            <a:p>
              <a:endParaRPr lang="en-US"/>
            </a:p>
          </p:txBody>
        </p:sp>
        <p:sp>
          <p:nvSpPr>
            <p:cNvPr id="9" name="TextBox 9"/>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747857" y="-643475"/>
            <a:ext cx="1286950" cy="128695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388"/>
            </a:solidFill>
            <a:ln cap="sq">
              <a:noFill/>
              <a:prstDash val="solid"/>
              <a:miter/>
            </a:ln>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3" name="Group 13"/>
          <p:cNvGrpSpPr/>
          <p:nvPr/>
        </p:nvGrpSpPr>
        <p:grpSpPr>
          <a:xfrm>
            <a:off x="-1660890" y="8696016"/>
            <a:ext cx="3735531" cy="373553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335388"/>
              </a:solidFill>
              <a:prstDash val="solid"/>
              <a:miter/>
            </a:ln>
          </p:spPr>
          <p:txBody>
            <a:bodyPr/>
            <a:lstStyle/>
            <a:p>
              <a:endParaRPr lang="en-US"/>
            </a:p>
          </p:txBody>
        </p:sp>
        <p:sp>
          <p:nvSpPr>
            <p:cNvPr id="15" name="TextBox 15"/>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6" name="Freeform 16"/>
          <p:cNvSpPr/>
          <p:nvPr/>
        </p:nvSpPr>
        <p:spPr>
          <a:xfrm>
            <a:off x="8757394" y="7887810"/>
            <a:ext cx="8779632" cy="1733977"/>
          </a:xfrm>
          <a:custGeom>
            <a:avLst/>
            <a:gdLst/>
            <a:ahLst/>
            <a:cxnLst/>
            <a:rect l="l" t="t" r="r" b="b"/>
            <a:pathLst>
              <a:path w="8779632" h="1733977">
                <a:moveTo>
                  <a:pt x="0" y="0"/>
                </a:moveTo>
                <a:lnTo>
                  <a:pt x="8779632" y="0"/>
                </a:lnTo>
                <a:lnTo>
                  <a:pt x="8779632" y="1733977"/>
                </a:lnTo>
                <a:lnTo>
                  <a:pt x="0" y="1733977"/>
                </a:lnTo>
                <a:lnTo>
                  <a:pt x="0" y="0"/>
                </a:lnTo>
                <a:close/>
              </a:path>
            </a:pathLst>
          </a:custGeom>
          <a:blipFill>
            <a:blip r:embed="rId2"/>
            <a:stretch>
              <a:fillRect/>
            </a:stretch>
          </a:blipFill>
          <a:ln cap="sq">
            <a:noFill/>
            <a:prstDash val="solid"/>
            <a:miter/>
          </a:ln>
        </p:spPr>
        <p:txBody>
          <a:bodyPr/>
          <a:lstStyle/>
          <a:p>
            <a:endParaRPr lang="en-US"/>
          </a:p>
        </p:txBody>
      </p:sp>
      <p:grpSp>
        <p:nvGrpSpPr>
          <p:cNvPr id="18" name="Group 18"/>
          <p:cNvGrpSpPr>
            <a:grpSpLocks noChangeAspect="1"/>
          </p:cNvGrpSpPr>
          <p:nvPr/>
        </p:nvGrpSpPr>
        <p:grpSpPr>
          <a:xfrm>
            <a:off x="8573918" y="2967052"/>
            <a:ext cx="9146584" cy="5246370"/>
            <a:chOff x="0" y="0"/>
            <a:chExt cx="7981950" cy="4578350"/>
          </a:xfrm>
        </p:grpSpPr>
        <p:sp>
          <p:nvSpPr>
            <p:cNvPr id="19" name="Freeform 19"/>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242424"/>
            </a:solidFill>
          </p:spPr>
          <p:txBody>
            <a:bodyPr/>
            <a:lstStyle/>
            <a:p>
              <a:endParaRPr lang="en-US"/>
            </a:p>
          </p:txBody>
        </p:sp>
        <p:sp>
          <p:nvSpPr>
            <p:cNvPr id="20" name="Freeform 20"/>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txBody>
            <a:bodyPr/>
            <a:lstStyle/>
            <a:p>
              <a:endParaRPr lang="en-US"/>
            </a:p>
          </p:txBody>
        </p:sp>
        <p:sp>
          <p:nvSpPr>
            <p:cNvPr id="21" name="Freeform 21"/>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txBody>
            <a:bodyPr/>
            <a:lstStyle/>
            <a:p>
              <a:endParaRPr lang="en-US"/>
            </a:p>
          </p:txBody>
        </p:sp>
        <p:sp>
          <p:nvSpPr>
            <p:cNvPr id="22" name="Freeform 22"/>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txBody>
            <a:bodyPr/>
            <a:lstStyle/>
            <a:p>
              <a:endParaRPr lang="en-US"/>
            </a:p>
          </p:txBody>
        </p:sp>
      </p:grpSp>
      <p:pic>
        <p:nvPicPr>
          <p:cNvPr id="24" name="Picture 13">
            <a:extLst>
              <a:ext uri="{FF2B5EF4-FFF2-40B4-BE49-F238E27FC236}">
                <a16:creationId xmlns:a16="http://schemas.microsoft.com/office/drawing/2014/main" id="{7D369D63-D525-428F-9D2D-6D66B69D7BF2}"/>
              </a:ext>
            </a:extLst>
          </p:cNvPr>
          <p:cNvPicPr>
            <a:picLocks noChangeAspect="1"/>
          </p:cNvPicPr>
          <p:nvPr/>
        </p:nvPicPr>
        <p:blipFill>
          <a:blip r:embed="rId3"/>
          <a:srcRect/>
          <a:stretch>
            <a:fillRect/>
          </a:stretch>
        </p:blipFill>
        <p:spPr>
          <a:xfrm>
            <a:off x="1154072" y="1524709"/>
            <a:ext cx="964800" cy="964800"/>
          </a:xfrm>
          <a:prstGeom prst="rect">
            <a:avLst/>
          </a:prstGeom>
        </p:spPr>
      </p:pic>
      <p:pic>
        <p:nvPicPr>
          <p:cNvPr id="25" name="Picture 14">
            <a:extLst>
              <a:ext uri="{FF2B5EF4-FFF2-40B4-BE49-F238E27FC236}">
                <a16:creationId xmlns:a16="http://schemas.microsoft.com/office/drawing/2014/main" id="{6E0773E0-0292-4B6C-9536-FEE3F712E37D}"/>
              </a:ext>
            </a:extLst>
          </p:cNvPr>
          <p:cNvPicPr>
            <a:picLocks noChangeAspect="1"/>
          </p:cNvPicPr>
          <p:nvPr/>
        </p:nvPicPr>
        <p:blipFill>
          <a:blip r:embed="rId4"/>
          <a:srcRect/>
          <a:stretch>
            <a:fillRect/>
          </a:stretch>
        </p:blipFill>
        <p:spPr>
          <a:xfrm>
            <a:off x="2260630" y="1427585"/>
            <a:ext cx="1246977" cy="1116245"/>
          </a:xfrm>
          <a:prstGeom prst="rect">
            <a:avLst/>
          </a:prstGeom>
        </p:spPr>
      </p:pic>
      <p:sp>
        <p:nvSpPr>
          <p:cNvPr id="26" name="TextBox 15">
            <a:extLst>
              <a:ext uri="{FF2B5EF4-FFF2-40B4-BE49-F238E27FC236}">
                <a16:creationId xmlns:a16="http://schemas.microsoft.com/office/drawing/2014/main" id="{AF702C8D-E0ED-45F7-8F70-3516E850C095}"/>
              </a:ext>
            </a:extLst>
          </p:cNvPr>
          <p:cNvSpPr txBox="1"/>
          <p:nvPr/>
        </p:nvSpPr>
        <p:spPr>
          <a:xfrm>
            <a:off x="3507607" y="1601344"/>
            <a:ext cx="5486277" cy="845552"/>
          </a:xfrm>
          <a:prstGeom prst="rect">
            <a:avLst/>
          </a:prstGeom>
        </p:spPr>
        <p:txBody>
          <a:bodyPr lIns="0" tIns="0" rIns="0" bIns="0" rtlCol="0" anchor="t">
            <a:spAutoFit/>
          </a:bodyPr>
          <a:lstStyle/>
          <a:p>
            <a:pPr>
              <a:lnSpc>
                <a:spcPts val="3359"/>
              </a:lnSpc>
            </a:pPr>
            <a:r>
              <a:rPr lang="en-US" sz="2400" b="1">
                <a:solidFill>
                  <a:srgbClr val="051D40"/>
                </a:solidFill>
                <a:latin typeface="Cambria Math" panose="02040503050406030204" pitchFamily="18" charset="0"/>
                <a:ea typeface="Cambria Math" panose="02040503050406030204" pitchFamily="18" charset="0"/>
                <a:cs typeface="Cascadia Code" panose="020B0609020000020004" pitchFamily="49" charset="0"/>
              </a:rPr>
              <a:t>TRƯỜNG ĐẠI HỌC BÁCH KHOA</a:t>
            </a:r>
          </a:p>
          <a:p>
            <a:pPr>
              <a:lnSpc>
                <a:spcPts val="3359"/>
              </a:lnSpc>
              <a:spcBef>
                <a:spcPct val="0"/>
              </a:spcBef>
            </a:pPr>
            <a:r>
              <a:rPr lang="en-US" sz="2400" b="1">
                <a:solidFill>
                  <a:srgbClr val="051D40"/>
                </a:solidFill>
                <a:latin typeface="Cambria Math" panose="02040503050406030204" pitchFamily="18" charset="0"/>
                <a:ea typeface="Cambria Math" panose="02040503050406030204" pitchFamily="18" charset="0"/>
                <a:cs typeface="Cascadia Code" panose="020B0609020000020004" pitchFamily="49" charset="0"/>
              </a:rPr>
              <a:t>KHOA CÔNG NGHỆ THÔNG TIN</a:t>
            </a:r>
          </a:p>
        </p:txBody>
      </p:sp>
      <p:sp>
        <p:nvSpPr>
          <p:cNvPr id="27" name="Rectangle 26">
            <a:extLst>
              <a:ext uri="{FF2B5EF4-FFF2-40B4-BE49-F238E27FC236}">
                <a16:creationId xmlns:a16="http://schemas.microsoft.com/office/drawing/2014/main" id="{18DE9B0A-FCFB-4262-A805-F2C370871574}"/>
              </a:ext>
            </a:extLst>
          </p:cNvPr>
          <p:cNvSpPr/>
          <p:nvPr/>
        </p:nvSpPr>
        <p:spPr>
          <a:xfrm>
            <a:off x="9677400" y="3260928"/>
            <a:ext cx="6934200" cy="4404221"/>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10">
            <a:extLst>
              <a:ext uri="{FF2B5EF4-FFF2-40B4-BE49-F238E27FC236}">
                <a16:creationId xmlns:a16="http://schemas.microsoft.com/office/drawing/2014/main" id="{2EECA56C-963A-4F6D-84DE-29F658D54A4A}"/>
              </a:ext>
            </a:extLst>
          </p:cNvPr>
          <p:cNvSpPr/>
          <p:nvPr/>
        </p:nvSpPr>
        <p:spPr>
          <a:xfrm>
            <a:off x="9031228" y="-10713027"/>
            <a:ext cx="8806346" cy="9392508"/>
          </a:xfrm>
          <a:custGeom>
            <a:avLst/>
            <a:gdLst/>
            <a:ahLst/>
            <a:cxnLst/>
            <a:rect l="l" t="t" r="r" b="b"/>
            <a:pathLst>
              <a:path w="5972616" h="9392508">
                <a:moveTo>
                  <a:pt x="0" y="0"/>
                </a:moveTo>
                <a:lnTo>
                  <a:pt x="5972616" y="0"/>
                </a:lnTo>
                <a:lnTo>
                  <a:pt x="5972616" y="9392508"/>
                </a:lnTo>
                <a:lnTo>
                  <a:pt x="0" y="9392508"/>
                </a:lnTo>
                <a:lnTo>
                  <a:pt x="0" y="0"/>
                </a:lnTo>
                <a:close/>
              </a:path>
            </a:pathLst>
          </a:custGeom>
          <a:blipFill dpi="0" rotWithShape="1">
            <a:blip r:embed="rId6">
              <a:extLst>
                <a:ext uri="{28A0092B-C50C-407E-A947-70E740481C1C}">
                  <a14:useLocalDpi xmlns:a14="http://schemas.microsoft.com/office/drawing/2010/main" val="0"/>
                </a:ext>
              </a:extLst>
            </a:blip>
            <a:srcRect/>
            <a:stretch>
              <a:fillRect/>
            </a:stretch>
          </a:blipFill>
        </p:spPr>
        <p:txBody>
          <a:bodyPr/>
          <a:lstStyle/>
          <a:p>
            <a:endParaRPr lang="en-US"/>
          </a:p>
        </p:txBody>
      </p:sp>
      <p:sp>
        <p:nvSpPr>
          <p:cNvPr id="29" name="Freeform 9">
            <a:extLst>
              <a:ext uri="{FF2B5EF4-FFF2-40B4-BE49-F238E27FC236}">
                <a16:creationId xmlns:a16="http://schemas.microsoft.com/office/drawing/2014/main" id="{DA4E1965-B572-4585-86B5-B6C67D0D4694}"/>
              </a:ext>
            </a:extLst>
          </p:cNvPr>
          <p:cNvSpPr/>
          <p:nvPr/>
        </p:nvSpPr>
        <p:spPr>
          <a:xfrm rot="5400000">
            <a:off x="-1869665" y="4057414"/>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30" name="Freeform 13">
            <a:extLst>
              <a:ext uri="{FF2B5EF4-FFF2-40B4-BE49-F238E27FC236}">
                <a16:creationId xmlns:a16="http://schemas.microsoft.com/office/drawing/2014/main" id="{715DD9F5-02B4-4A5C-B415-1212974C8B39}"/>
              </a:ext>
            </a:extLst>
          </p:cNvPr>
          <p:cNvSpPr/>
          <p:nvPr/>
        </p:nvSpPr>
        <p:spPr>
          <a:xfrm rot="5400000">
            <a:off x="-1869665" y="5022633"/>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31" name="Freeform 16">
            <a:extLst>
              <a:ext uri="{FF2B5EF4-FFF2-40B4-BE49-F238E27FC236}">
                <a16:creationId xmlns:a16="http://schemas.microsoft.com/office/drawing/2014/main" id="{36116C70-D965-46C8-9ADF-7CEFCC107C51}"/>
              </a:ext>
            </a:extLst>
          </p:cNvPr>
          <p:cNvSpPr/>
          <p:nvPr/>
        </p:nvSpPr>
        <p:spPr>
          <a:xfrm rot="5400000">
            <a:off x="-1869665" y="5987852"/>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32" name="Freeform 19">
            <a:extLst>
              <a:ext uri="{FF2B5EF4-FFF2-40B4-BE49-F238E27FC236}">
                <a16:creationId xmlns:a16="http://schemas.microsoft.com/office/drawing/2014/main" id="{CBC54F53-6378-43F0-B7C9-CF159200C4DE}"/>
              </a:ext>
            </a:extLst>
          </p:cNvPr>
          <p:cNvSpPr/>
          <p:nvPr/>
        </p:nvSpPr>
        <p:spPr>
          <a:xfrm rot="5400000">
            <a:off x="-1869665" y="6821484"/>
            <a:ext cx="510937" cy="453341"/>
          </a:xfrm>
          <a:custGeom>
            <a:avLst/>
            <a:gdLst/>
            <a:ahLst/>
            <a:cxnLst/>
            <a:rect l="l" t="t" r="r" b="b"/>
            <a:pathLst>
              <a:path w="510937" h="453341">
                <a:moveTo>
                  <a:pt x="0" y="0"/>
                </a:moveTo>
                <a:lnTo>
                  <a:pt x="510937" y="0"/>
                </a:lnTo>
                <a:lnTo>
                  <a:pt x="510937" y="453340"/>
                </a:lnTo>
                <a:lnTo>
                  <a:pt x="0" y="4533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33" name="Freeform 22">
            <a:extLst>
              <a:ext uri="{FF2B5EF4-FFF2-40B4-BE49-F238E27FC236}">
                <a16:creationId xmlns:a16="http://schemas.microsoft.com/office/drawing/2014/main" id="{871B0170-5348-4C2C-9FCA-79DD3DC79E7F}"/>
              </a:ext>
            </a:extLst>
          </p:cNvPr>
          <p:cNvSpPr/>
          <p:nvPr/>
        </p:nvSpPr>
        <p:spPr>
          <a:xfrm rot="5400000">
            <a:off x="-1869665" y="7757660"/>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Tree>
    <p:extLst>
      <p:ext uri="{BB962C8B-B14F-4D97-AF65-F5344CB8AC3E}">
        <p14:creationId xmlns:p14="http://schemas.microsoft.com/office/powerpoint/2010/main" val="12861020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4517814" y="-315404"/>
            <a:ext cx="3964281" cy="10917809"/>
            <a:chOff x="0" y="0"/>
            <a:chExt cx="1044090" cy="2875472"/>
          </a:xfrm>
        </p:grpSpPr>
        <p:sp>
          <p:nvSpPr>
            <p:cNvPr id="3" name="Freeform 3"/>
            <p:cNvSpPr/>
            <p:nvPr/>
          </p:nvSpPr>
          <p:spPr>
            <a:xfrm>
              <a:off x="0" y="0"/>
              <a:ext cx="1044090" cy="2875472"/>
            </a:xfrm>
            <a:custGeom>
              <a:avLst/>
              <a:gdLst/>
              <a:ahLst/>
              <a:cxnLst/>
              <a:rect l="l" t="t" r="r" b="b"/>
              <a:pathLst>
                <a:path w="1044090" h="2875472">
                  <a:moveTo>
                    <a:pt x="0" y="0"/>
                  </a:moveTo>
                  <a:lnTo>
                    <a:pt x="1044090" y="0"/>
                  </a:lnTo>
                  <a:lnTo>
                    <a:pt x="1044090" y="2875472"/>
                  </a:lnTo>
                  <a:lnTo>
                    <a:pt x="0" y="2875472"/>
                  </a:lnTo>
                  <a:close/>
                </a:path>
              </a:pathLst>
            </a:custGeom>
            <a:solidFill>
              <a:srgbClr val="335388"/>
            </a:solidFill>
            <a:ln cap="sq">
              <a:noFill/>
              <a:prstDash val="solid"/>
              <a:miter/>
            </a:ln>
          </p:spPr>
          <p:txBody>
            <a:bodyPr/>
            <a:lstStyle/>
            <a:p>
              <a:endParaRPr lang="en-US"/>
            </a:p>
          </p:txBody>
        </p:sp>
        <p:sp>
          <p:nvSpPr>
            <p:cNvPr id="4" name="TextBox 4"/>
            <p:cNvSpPr txBox="1"/>
            <p:nvPr/>
          </p:nvSpPr>
          <p:spPr>
            <a:xfrm>
              <a:off x="0" y="-38100"/>
              <a:ext cx="1044090" cy="2913572"/>
            </a:xfrm>
            <a:prstGeom prst="rect">
              <a:avLst/>
            </a:prstGeom>
          </p:spPr>
          <p:txBody>
            <a:bodyPr lIns="50800" tIns="50800" rIns="50800" bIns="50800" rtlCol="0" anchor="ctr"/>
            <a:lstStyle/>
            <a:p>
              <a:pPr marL="0" lvl="0" indent="0" algn="ctr">
                <a:lnSpc>
                  <a:spcPts val="2659"/>
                </a:lnSpc>
                <a:spcBef>
                  <a:spcPct val="0"/>
                </a:spcBef>
              </a:pPr>
              <a:endParaRPr lang="vi-VN"/>
            </a:p>
          </p:txBody>
        </p:sp>
      </p:grpSp>
      <p:sp>
        <p:nvSpPr>
          <p:cNvPr id="5" name="TextBox 5"/>
          <p:cNvSpPr txBox="1"/>
          <p:nvPr/>
        </p:nvSpPr>
        <p:spPr>
          <a:xfrm>
            <a:off x="3395941" y="1908657"/>
            <a:ext cx="4751632" cy="1223348"/>
          </a:xfrm>
          <a:prstGeom prst="rect">
            <a:avLst/>
          </a:prstGeom>
        </p:spPr>
        <p:txBody>
          <a:bodyPr wrap="square" lIns="0" tIns="0" rIns="0" bIns="0" rtlCol="0" anchor="t">
            <a:spAutoFit/>
          </a:bodyPr>
          <a:lstStyle/>
          <a:p>
            <a:pPr>
              <a:lnSpc>
                <a:spcPts val="10248"/>
              </a:lnSpc>
              <a:spcBef>
                <a:spcPct val="0"/>
              </a:spcBef>
            </a:pPr>
            <a:r>
              <a:rPr lang="vi-VN" sz="7320">
                <a:solidFill>
                  <a:srgbClr val="051D40"/>
                </a:solidFill>
                <a:latin typeface="Open Sans Extra Bold"/>
              </a:rPr>
              <a:t>MỤC LỤC</a:t>
            </a:r>
          </a:p>
        </p:txBody>
      </p:sp>
      <p:grpSp>
        <p:nvGrpSpPr>
          <p:cNvPr id="6" name="Group 6"/>
          <p:cNvGrpSpPr/>
          <p:nvPr/>
        </p:nvGrpSpPr>
        <p:grpSpPr>
          <a:xfrm>
            <a:off x="-1867766" y="-1614217"/>
            <a:ext cx="3735531" cy="373553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335388"/>
              </a:solidFill>
              <a:prstDash val="solid"/>
              <a:miter/>
            </a:ln>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lang="vi-VN"/>
            </a:p>
          </p:txBody>
        </p:sp>
      </p:grpSp>
      <p:sp>
        <p:nvSpPr>
          <p:cNvPr id="9" name="Freeform 9"/>
          <p:cNvSpPr/>
          <p:nvPr/>
        </p:nvSpPr>
        <p:spPr>
          <a:xfrm rot="5400000">
            <a:off x="1449866" y="4107834"/>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9675749" y="572910"/>
            <a:ext cx="8806346" cy="9392508"/>
          </a:xfrm>
          <a:custGeom>
            <a:avLst/>
            <a:gdLst/>
            <a:ahLst/>
            <a:cxnLst/>
            <a:rect l="l" t="t" r="r" b="b"/>
            <a:pathLst>
              <a:path w="5972616" h="9392508">
                <a:moveTo>
                  <a:pt x="0" y="0"/>
                </a:moveTo>
                <a:lnTo>
                  <a:pt x="5972616" y="0"/>
                </a:lnTo>
                <a:lnTo>
                  <a:pt x="5972616" y="9392508"/>
                </a:lnTo>
                <a:lnTo>
                  <a:pt x="0" y="9392508"/>
                </a:lnTo>
                <a:lnTo>
                  <a:pt x="0" y="0"/>
                </a:lnTo>
                <a:close/>
              </a:path>
            </a:pathLst>
          </a:custGeom>
          <a:blipFill dpi="0" rotWithShape="1">
            <a:blip r:embed="rId5">
              <a:extLst>
                <a:ext uri="{28A0092B-C50C-407E-A947-70E740481C1C}">
                  <a14:useLocalDpi xmlns:a14="http://schemas.microsoft.com/office/drawing/2010/main" val="0"/>
                </a:ext>
              </a:extLst>
            </a:blip>
            <a:srcRect/>
            <a:stretch>
              <a:fillRect/>
            </a:stretch>
          </a:blipFill>
        </p:spPr>
        <p:txBody>
          <a:bodyPr/>
          <a:lstStyle/>
          <a:p>
            <a:endParaRPr lang="en-US"/>
          </a:p>
        </p:txBody>
      </p:sp>
      <p:sp>
        <p:nvSpPr>
          <p:cNvPr id="11" name="TextBox 11"/>
          <p:cNvSpPr txBox="1"/>
          <p:nvPr/>
        </p:nvSpPr>
        <p:spPr>
          <a:xfrm>
            <a:off x="2301750" y="4083467"/>
            <a:ext cx="4088539" cy="512961"/>
          </a:xfrm>
          <a:prstGeom prst="rect">
            <a:avLst/>
          </a:prstGeom>
        </p:spPr>
        <p:txBody>
          <a:bodyPr wrap="square" lIns="0" tIns="0" rIns="0" bIns="0" rtlCol="0" anchor="t">
            <a:spAutoFit/>
          </a:bodyPr>
          <a:lstStyle/>
          <a:p>
            <a:pPr>
              <a:lnSpc>
                <a:spcPts val="3995"/>
              </a:lnSpc>
              <a:spcBef>
                <a:spcPct val="0"/>
              </a:spcBef>
            </a:pPr>
            <a:r>
              <a:rPr lang="vi-VN" sz="3500" b="1" spc="-57" dirty="0">
                <a:solidFill>
                  <a:srgbClr val="051D40"/>
                </a:solidFill>
                <a:latin typeface="Cambria Math" panose="02040503050406030204" pitchFamily="18" charset="0"/>
                <a:ea typeface="Cambria Math" panose="02040503050406030204" pitchFamily="18" charset="0"/>
              </a:rPr>
              <a:t>Giới thiệu đề tài</a:t>
            </a:r>
          </a:p>
        </p:txBody>
      </p:sp>
      <p:sp>
        <p:nvSpPr>
          <p:cNvPr id="12" name="TextBox 12"/>
          <p:cNvSpPr txBox="1"/>
          <p:nvPr/>
        </p:nvSpPr>
        <p:spPr>
          <a:xfrm>
            <a:off x="8105672" y="4083467"/>
            <a:ext cx="660851" cy="512961"/>
          </a:xfrm>
          <a:prstGeom prst="rect">
            <a:avLst/>
          </a:prstGeom>
        </p:spPr>
        <p:txBody>
          <a:bodyPr lIns="0" tIns="0" rIns="0" bIns="0" rtlCol="0" anchor="t">
            <a:spAutoFit/>
          </a:bodyPr>
          <a:lstStyle/>
          <a:p>
            <a:pPr algn="r">
              <a:lnSpc>
                <a:spcPts val="3995"/>
              </a:lnSpc>
              <a:spcBef>
                <a:spcPct val="0"/>
              </a:spcBef>
            </a:pPr>
            <a:r>
              <a:rPr lang="vi-VN" sz="3500" b="1" spc="-57" dirty="0">
                <a:solidFill>
                  <a:srgbClr val="051D40"/>
                </a:solidFill>
                <a:latin typeface="Cambria Math" panose="02040503050406030204" pitchFamily="18" charset="0"/>
                <a:ea typeface="Cambria Math" panose="02040503050406030204" pitchFamily="18" charset="0"/>
              </a:rPr>
              <a:t>01</a:t>
            </a:r>
          </a:p>
        </p:txBody>
      </p:sp>
      <p:sp>
        <p:nvSpPr>
          <p:cNvPr id="13" name="Freeform 13"/>
          <p:cNvSpPr/>
          <p:nvPr/>
        </p:nvSpPr>
        <p:spPr>
          <a:xfrm rot="5400000">
            <a:off x="1459896" y="5043506"/>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TextBox 14"/>
          <p:cNvSpPr txBox="1"/>
          <p:nvPr/>
        </p:nvSpPr>
        <p:spPr>
          <a:xfrm>
            <a:off x="2270350" y="5012683"/>
            <a:ext cx="4489482" cy="512961"/>
          </a:xfrm>
          <a:prstGeom prst="rect">
            <a:avLst/>
          </a:prstGeom>
        </p:spPr>
        <p:txBody>
          <a:bodyPr wrap="square" lIns="0" tIns="0" rIns="0" bIns="0" rtlCol="0" anchor="t">
            <a:spAutoFit/>
          </a:bodyPr>
          <a:lstStyle/>
          <a:p>
            <a:pPr>
              <a:lnSpc>
                <a:spcPts val="3995"/>
              </a:lnSpc>
              <a:spcBef>
                <a:spcPct val="0"/>
              </a:spcBef>
            </a:pPr>
            <a:r>
              <a:rPr lang="en-US" sz="3500" b="1" spc="-57" dirty="0" err="1">
                <a:solidFill>
                  <a:srgbClr val="051D40"/>
                </a:solidFill>
                <a:latin typeface="Cambria Math" panose="02040503050406030204" pitchFamily="18" charset="0"/>
                <a:ea typeface="Cambria Math" panose="02040503050406030204" pitchFamily="18" charset="0"/>
              </a:rPr>
              <a:t>Triển</a:t>
            </a:r>
            <a:r>
              <a:rPr lang="en-US" sz="3500" b="1" spc="-57" dirty="0">
                <a:solidFill>
                  <a:srgbClr val="051D40"/>
                </a:solidFill>
                <a:latin typeface="Cambria Math" panose="02040503050406030204" pitchFamily="18" charset="0"/>
                <a:ea typeface="Cambria Math" panose="02040503050406030204" pitchFamily="18" charset="0"/>
              </a:rPr>
              <a:t> </a:t>
            </a:r>
            <a:r>
              <a:rPr lang="en-US" sz="3500" b="1" spc="-57" dirty="0" err="1">
                <a:solidFill>
                  <a:srgbClr val="051D40"/>
                </a:solidFill>
                <a:latin typeface="Cambria Math" panose="02040503050406030204" pitchFamily="18" charset="0"/>
                <a:ea typeface="Cambria Math" panose="02040503050406030204" pitchFamily="18" charset="0"/>
              </a:rPr>
              <a:t>khai</a:t>
            </a:r>
            <a:r>
              <a:rPr lang="en-US" sz="3500" b="1" spc="-57" dirty="0">
                <a:solidFill>
                  <a:srgbClr val="051D40"/>
                </a:solidFill>
                <a:latin typeface="Cambria Math" panose="02040503050406030204" pitchFamily="18" charset="0"/>
                <a:ea typeface="Cambria Math" panose="02040503050406030204" pitchFamily="18" charset="0"/>
              </a:rPr>
              <a:t> </a:t>
            </a:r>
            <a:r>
              <a:rPr lang="en-US" sz="3500" b="1" spc="-57" dirty="0" err="1">
                <a:solidFill>
                  <a:srgbClr val="051D40"/>
                </a:solidFill>
                <a:latin typeface="Cambria Math" panose="02040503050406030204" pitchFamily="18" charset="0"/>
                <a:ea typeface="Cambria Math" panose="02040503050406030204" pitchFamily="18" charset="0"/>
              </a:rPr>
              <a:t>hệ</a:t>
            </a:r>
            <a:r>
              <a:rPr lang="en-US" sz="3500" b="1" spc="-57" dirty="0">
                <a:solidFill>
                  <a:srgbClr val="051D40"/>
                </a:solidFill>
                <a:latin typeface="Cambria Math" panose="02040503050406030204" pitchFamily="18" charset="0"/>
                <a:ea typeface="Cambria Math" panose="02040503050406030204" pitchFamily="18" charset="0"/>
              </a:rPr>
              <a:t> </a:t>
            </a:r>
            <a:r>
              <a:rPr lang="en-US" sz="3500" b="1" spc="-57" dirty="0" err="1">
                <a:solidFill>
                  <a:srgbClr val="051D40"/>
                </a:solidFill>
                <a:latin typeface="Cambria Math" panose="02040503050406030204" pitchFamily="18" charset="0"/>
                <a:ea typeface="Cambria Math" panose="02040503050406030204" pitchFamily="18" charset="0"/>
              </a:rPr>
              <a:t>thống</a:t>
            </a:r>
            <a:endParaRPr lang="vi-VN" sz="3500" b="1" spc="-57" dirty="0">
              <a:solidFill>
                <a:srgbClr val="051D40"/>
              </a:solidFill>
              <a:latin typeface="Cambria Math" panose="02040503050406030204" pitchFamily="18" charset="0"/>
              <a:ea typeface="Cambria Math" panose="02040503050406030204" pitchFamily="18" charset="0"/>
            </a:endParaRPr>
          </a:p>
        </p:txBody>
      </p:sp>
      <p:sp>
        <p:nvSpPr>
          <p:cNvPr id="15" name="TextBox 15"/>
          <p:cNvSpPr txBox="1"/>
          <p:nvPr/>
        </p:nvSpPr>
        <p:spPr>
          <a:xfrm>
            <a:off x="8104226" y="5012683"/>
            <a:ext cx="660851" cy="512961"/>
          </a:xfrm>
          <a:prstGeom prst="rect">
            <a:avLst/>
          </a:prstGeom>
        </p:spPr>
        <p:txBody>
          <a:bodyPr lIns="0" tIns="0" rIns="0" bIns="0" rtlCol="0" anchor="t">
            <a:spAutoFit/>
          </a:bodyPr>
          <a:lstStyle/>
          <a:p>
            <a:pPr algn="r">
              <a:lnSpc>
                <a:spcPts val="3995"/>
              </a:lnSpc>
              <a:spcBef>
                <a:spcPct val="0"/>
              </a:spcBef>
            </a:pPr>
            <a:r>
              <a:rPr lang="vi-VN" sz="3500" b="1" spc="-57" dirty="0">
                <a:solidFill>
                  <a:srgbClr val="051D40"/>
                </a:solidFill>
                <a:latin typeface="Cambria Math" panose="02040503050406030204" pitchFamily="18" charset="0"/>
                <a:ea typeface="Cambria Math" panose="02040503050406030204" pitchFamily="18" charset="0"/>
              </a:rPr>
              <a:t>02</a:t>
            </a:r>
          </a:p>
        </p:txBody>
      </p:sp>
      <p:sp>
        <p:nvSpPr>
          <p:cNvPr id="16" name="Freeform 16"/>
          <p:cNvSpPr/>
          <p:nvPr/>
        </p:nvSpPr>
        <p:spPr>
          <a:xfrm rot="5400000">
            <a:off x="1454169" y="5979177"/>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TextBox 17"/>
          <p:cNvSpPr txBox="1"/>
          <p:nvPr/>
        </p:nvSpPr>
        <p:spPr>
          <a:xfrm>
            <a:off x="2270350" y="5949366"/>
            <a:ext cx="5041588" cy="512961"/>
          </a:xfrm>
          <a:prstGeom prst="rect">
            <a:avLst/>
          </a:prstGeom>
        </p:spPr>
        <p:txBody>
          <a:bodyPr wrap="square" lIns="0" tIns="0" rIns="0" bIns="0" rtlCol="0" anchor="t">
            <a:spAutoFit/>
          </a:bodyPr>
          <a:lstStyle/>
          <a:p>
            <a:pPr>
              <a:lnSpc>
                <a:spcPts val="3995"/>
              </a:lnSpc>
              <a:spcBef>
                <a:spcPct val="0"/>
              </a:spcBef>
            </a:pPr>
            <a:r>
              <a:rPr lang="vi-VN" sz="3500" b="1" spc="-57" dirty="0">
                <a:solidFill>
                  <a:srgbClr val="051D40"/>
                </a:solidFill>
                <a:latin typeface="Cambria Math" panose="02040503050406030204" pitchFamily="18" charset="0"/>
                <a:ea typeface="Cambria Math" panose="02040503050406030204" pitchFamily="18" charset="0"/>
              </a:rPr>
              <a:t>Phân tích thiết kế hệ thống</a:t>
            </a:r>
          </a:p>
        </p:txBody>
      </p:sp>
      <p:sp>
        <p:nvSpPr>
          <p:cNvPr id="18" name="TextBox 18"/>
          <p:cNvSpPr txBox="1"/>
          <p:nvPr/>
        </p:nvSpPr>
        <p:spPr>
          <a:xfrm>
            <a:off x="8097091" y="5964114"/>
            <a:ext cx="660851" cy="512961"/>
          </a:xfrm>
          <a:prstGeom prst="rect">
            <a:avLst/>
          </a:prstGeom>
        </p:spPr>
        <p:txBody>
          <a:bodyPr lIns="0" tIns="0" rIns="0" bIns="0" rtlCol="0" anchor="t">
            <a:spAutoFit/>
          </a:bodyPr>
          <a:lstStyle/>
          <a:p>
            <a:pPr algn="r">
              <a:lnSpc>
                <a:spcPts val="3995"/>
              </a:lnSpc>
              <a:spcBef>
                <a:spcPct val="0"/>
              </a:spcBef>
            </a:pPr>
            <a:r>
              <a:rPr lang="vi-VN" sz="3500" b="1" spc="-57" dirty="0">
                <a:solidFill>
                  <a:srgbClr val="051D40"/>
                </a:solidFill>
                <a:latin typeface="Cambria Math" panose="02040503050406030204" pitchFamily="18" charset="0"/>
                <a:ea typeface="Cambria Math" panose="02040503050406030204" pitchFamily="18" charset="0"/>
              </a:rPr>
              <a:t>03</a:t>
            </a:r>
          </a:p>
        </p:txBody>
      </p:sp>
      <p:sp>
        <p:nvSpPr>
          <p:cNvPr id="19" name="Freeform 19"/>
          <p:cNvSpPr/>
          <p:nvPr/>
        </p:nvSpPr>
        <p:spPr>
          <a:xfrm rot="5400000">
            <a:off x="1454169" y="6914849"/>
            <a:ext cx="510937" cy="453341"/>
          </a:xfrm>
          <a:custGeom>
            <a:avLst/>
            <a:gdLst/>
            <a:ahLst/>
            <a:cxnLst/>
            <a:rect l="l" t="t" r="r" b="b"/>
            <a:pathLst>
              <a:path w="510937" h="453341">
                <a:moveTo>
                  <a:pt x="0" y="0"/>
                </a:moveTo>
                <a:lnTo>
                  <a:pt x="510937" y="0"/>
                </a:lnTo>
                <a:lnTo>
                  <a:pt x="510937" y="453340"/>
                </a:lnTo>
                <a:lnTo>
                  <a:pt x="0" y="4533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0" name="TextBox 20"/>
          <p:cNvSpPr txBox="1"/>
          <p:nvPr/>
        </p:nvSpPr>
        <p:spPr>
          <a:xfrm>
            <a:off x="2301750" y="6884027"/>
            <a:ext cx="5691460" cy="512961"/>
          </a:xfrm>
          <a:prstGeom prst="rect">
            <a:avLst/>
          </a:prstGeom>
        </p:spPr>
        <p:txBody>
          <a:bodyPr wrap="square" lIns="0" tIns="0" rIns="0" bIns="0" rtlCol="0" anchor="t">
            <a:spAutoFit/>
          </a:bodyPr>
          <a:lstStyle/>
          <a:p>
            <a:pPr>
              <a:lnSpc>
                <a:spcPts val="3995"/>
              </a:lnSpc>
              <a:spcBef>
                <a:spcPct val="0"/>
              </a:spcBef>
            </a:pPr>
            <a:r>
              <a:rPr lang="en-US" sz="3500" b="1" spc="-57" dirty="0">
                <a:solidFill>
                  <a:srgbClr val="051D40"/>
                </a:solidFill>
                <a:latin typeface="Cambria Math" panose="02040503050406030204" pitchFamily="18" charset="0"/>
                <a:ea typeface="Cambria Math" panose="02040503050406030204" pitchFamily="18" charset="0"/>
              </a:rPr>
              <a:t>Đ</a:t>
            </a:r>
            <a:r>
              <a:rPr lang="vi-VN" sz="3500" b="1" spc="-57" dirty="0">
                <a:solidFill>
                  <a:srgbClr val="051D40"/>
                </a:solidFill>
                <a:latin typeface="Cambria Math" panose="02040503050406030204" pitchFamily="18" charset="0"/>
                <a:ea typeface="Cambria Math" panose="02040503050406030204" pitchFamily="18" charset="0"/>
              </a:rPr>
              <a:t>ánh giá kết quả</a:t>
            </a:r>
          </a:p>
        </p:txBody>
      </p:sp>
      <p:sp>
        <p:nvSpPr>
          <p:cNvPr id="21" name="TextBox 21"/>
          <p:cNvSpPr txBox="1"/>
          <p:nvPr/>
        </p:nvSpPr>
        <p:spPr>
          <a:xfrm>
            <a:off x="8097091" y="6880557"/>
            <a:ext cx="660851" cy="512961"/>
          </a:xfrm>
          <a:prstGeom prst="rect">
            <a:avLst/>
          </a:prstGeom>
        </p:spPr>
        <p:txBody>
          <a:bodyPr lIns="0" tIns="0" rIns="0" bIns="0" rtlCol="0" anchor="t">
            <a:spAutoFit/>
          </a:bodyPr>
          <a:lstStyle/>
          <a:p>
            <a:pPr algn="r">
              <a:lnSpc>
                <a:spcPts val="3995"/>
              </a:lnSpc>
              <a:spcBef>
                <a:spcPct val="0"/>
              </a:spcBef>
            </a:pPr>
            <a:r>
              <a:rPr lang="vi-VN" sz="3500" b="1" spc="-57">
                <a:solidFill>
                  <a:srgbClr val="051D40"/>
                </a:solidFill>
                <a:latin typeface="Cambria Math" panose="02040503050406030204" pitchFamily="18" charset="0"/>
                <a:ea typeface="Cambria Math" panose="02040503050406030204" pitchFamily="18" charset="0"/>
              </a:rPr>
              <a:t>04</a:t>
            </a:r>
          </a:p>
        </p:txBody>
      </p:sp>
      <p:sp>
        <p:nvSpPr>
          <p:cNvPr id="22" name="Freeform 22"/>
          <p:cNvSpPr/>
          <p:nvPr/>
        </p:nvSpPr>
        <p:spPr>
          <a:xfrm rot="5400000">
            <a:off x="1454168" y="7850521"/>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3" name="TextBox 23"/>
          <p:cNvSpPr txBox="1"/>
          <p:nvPr/>
        </p:nvSpPr>
        <p:spPr>
          <a:xfrm>
            <a:off x="2270350" y="7820710"/>
            <a:ext cx="5417599" cy="512961"/>
          </a:xfrm>
          <a:prstGeom prst="rect">
            <a:avLst/>
          </a:prstGeom>
        </p:spPr>
        <p:txBody>
          <a:bodyPr wrap="square" lIns="0" tIns="0" rIns="0" bIns="0" rtlCol="0" anchor="t">
            <a:spAutoFit/>
          </a:bodyPr>
          <a:lstStyle/>
          <a:p>
            <a:pPr>
              <a:lnSpc>
                <a:spcPts val="3995"/>
              </a:lnSpc>
              <a:spcBef>
                <a:spcPct val="0"/>
              </a:spcBef>
            </a:pPr>
            <a:r>
              <a:rPr lang="vi-VN" sz="3500" b="1" spc="-57" dirty="0">
                <a:solidFill>
                  <a:srgbClr val="051D40"/>
                </a:solidFill>
                <a:latin typeface="Cambria Math" panose="02040503050406030204" pitchFamily="18" charset="0"/>
                <a:ea typeface="Cambria Math" panose="02040503050406030204" pitchFamily="18" charset="0"/>
              </a:rPr>
              <a:t>Kết l</a:t>
            </a:r>
            <a:r>
              <a:rPr lang="en-US" sz="3500" b="1" spc="-57" dirty="0" err="1">
                <a:solidFill>
                  <a:srgbClr val="051D40"/>
                </a:solidFill>
                <a:latin typeface="Cambria Math" panose="02040503050406030204" pitchFamily="18" charset="0"/>
                <a:ea typeface="Cambria Math" panose="02040503050406030204" pitchFamily="18" charset="0"/>
              </a:rPr>
              <a:t>uận</a:t>
            </a:r>
            <a:r>
              <a:rPr lang="vi-VN" sz="3500" b="1" spc="-57" dirty="0">
                <a:solidFill>
                  <a:srgbClr val="051D40"/>
                </a:solidFill>
                <a:latin typeface="Cambria Math" panose="02040503050406030204" pitchFamily="18" charset="0"/>
                <a:ea typeface="Cambria Math" panose="02040503050406030204" pitchFamily="18" charset="0"/>
              </a:rPr>
              <a:t> và hướng phát triển</a:t>
            </a:r>
          </a:p>
        </p:txBody>
      </p:sp>
      <p:sp>
        <p:nvSpPr>
          <p:cNvPr id="24" name="TextBox 24"/>
          <p:cNvSpPr txBox="1"/>
          <p:nvPr/>
        </p:nvSpPr>
        <p:spPr>
          <a:xfrm>
            <a:off x="8104226" y="7820710"/>
            <a:ext cx="660851" cy="512961"/>
          </a:xfrm>
          <a:prstGeom prst="rect">
            <a:avLst/>
          </a:prstGeom>
        </p:spPr>
        <p:txBody>
          <a:bodyPr lIns="0" tIns="0" rIns="0" bIns="0" rtlCol="0" anchor="t">
            <a:spAutoFit/>
          </a:bodyPr>
          <a:lstStyle/>
          <a:p>
            <a:pPr algn="r">
              <a:lnSpc>
                <a:spcPts val="3995"/>
              </a:lnSpc>
              <a:spcBef>
                <a:spcPct val="0"/>
              </a:spcBef>
            </a:pPr>
            <a:r>
              <a:rPr lang="vi-VN" sz="3500" b="1" spc="-57" dirty="0">
                <a:solidFill>
                  <a:srgbClr val="051D40"/>
                </a:solidFill>
                <a:latin typeface="Cambria Math" panose="02040503050406030204" pitchFamily="18" charset="0"/>
                <a:ea typeface="Cambria Math" panose="02040503050406030204" pitchFamily="18" charset="0"/>
              </a:rPr>
              <a:t>05</a:t>
            </a:r>
          </a:p>
        </p:txBody>
      </p:sp>
      <p:sp>
        <p:nvSpPr>
          <p:cNvPr id="34" name="Freeform 2">
            <a:extLst>
              <a:ext uri="{FF2B5EF4-FFF2-40B4-BE49-F238E27FC236}">
                <a16:creationId xmlns:a16="http://schemas.microsoft.com/office/drawing/2014/main" id="{87173AA1-7F6F-4B23-A8E9-B032B13861F0}"/>
              </a:ext>
            </a:extLst>
          </p:cNvPr>
          <p:cNvSpPr/>
          <p:nvPr/>
        </p:nvSpPr>
        <p:spPr>
          <a:xfrm>
            <a:off x="531749" y="-11813665"/>
            <a:ext cx="18288000" cy="10287000"/>
          </a:xfrm>
          <a:custGeom>
            <a:avLst/>
            <a:gdLst/>
            <a:ahLst/>
            <a:cxnLst/>
            <a:rect l="l" t="t" r="r" b="b"/>
            <a:pathLst>
              <a:path w="18288000" h="5143500">
                <a:moveTo>
                  <a:pt x="0" y="0"/>
                </a:moveTo>
                <a:lnTo>
                  <a:pt x="18288000" y="0"/>
                </a:lnTo>
                <a:lnTo>
                  <a:pt x="18288000" y="5143500"/>
                </a:lnTo>
                <a:lnTo>
                  <a:pt x="0" y="5143500"/>
                </a:lnTo>
                <a:lnTo>
                  <a:pt x="0" y="0"/>
                </a:lnTo>
                <a:close/>
              </a:path>
            </a:pathLst>
          </a:custGeom>
          <a:blipFill dpi="0" rotWithShape="1">
            <a:blip r:embed="rId6">
              <a:alphaModFix amt="70000"/>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a:fillRect/>
            </a:stretch>
          </a:blipFill>
        </p:spPr>
        <p:txBody>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5143500">
                <a:moveTo>
                  <a:pt x="0" y="0"/>
                </a:moveTo>
                <a:lnTo>
                  <a:pt x="18288000" y="0"/>
                </a:lnTo>
                <a:lnTo>
                  <a:pt x="18288000" y="5143500"/>
                </a:lnTo>
                <a:lnTo>
                  <a:pt x="0" y="5143500"/>
                </a:lnTo>
                <a:lnTo>
                  <a:pt x="0" y="0"/>
                </a:lnTo>
                <a:close/>
              </a:path>
            </a:pathLst>
          </a:custGeom>
          <a:blipFill dpi="0" rotWithShape="1">
            <a:blip r:embed="rId2">
              <a:alphaModFix amt="70000"/>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a:stretch>
              <a:fillRect/>
            </a:stretch>
          </a:blipFill>
        </p:spPr>
        <p:txBody>
          <a:bodyPr/>
          <a:lstStyle/>
          <a:p>
            <a:endParaRPr lang="en-US"/>
          </a:p>
        </p:txBody>
      </p:sp>
      <p:grpSp>
        <p:nvGrpSpPr>
          <p:cNvPr id="6" name="Group 6"/>
          <p:cNvGrpSpPr/>
          <p:nvPr/>
        </p:nvGrpSpPr>
        <p:grpSpPr>
          <a:xfrm>
            <a:off x="3367558" y="2590556"/>
            <a:ext cx="11552885" cy="5977965"/>
            <a:chOff x="0" y="0"/>
            <a:chExt cx="3042735" cy="1344760"/>
          </a:xfrm>
        </p:grpSpPr>
        <p:sp>
          <p:nvSpPr>
            <p:cNvPr id="7" name="Freeform 7"/>
            <p:cNvSpPr/>
            <p:nvPr/>
          </p:nvSpPr>
          <p:spPr>
            <a:xfrm>
              <a:off x="0" y="0"/>
              <a:ext cx="3042735" cy="1344760"/>
            </a:xfrm>
            <a:custGeom>
              <a:avLst/>
              <a:gdLst/>
              <a:ahLst/>
              <a:cxnLst/>
              <a:rect l="l" t="t" r="r" b="b"/>
              <a:pathLst>
                <a:path w="3042735" h="1344760">
                  <a:moveTo>
                    <a:pt x="0" y="0"/>
                  </a:moveTo>
                  <a:lnTo>
                    <a:pt x="3042735" y="0"/>
                  </a:lnTo>
                  <a:lnTo>
                    <a:pt x="3042735" y="1344760"/>
                  </a:lnTo>
                  <a:lnTo>
                    <a:pt x="0" y="1344760"/>
                  </a:lnTo>
                  <a:close/>
                </a:path>
              </a:pathLst>
            </a:custGeom>
            <a:solidFill>
              <a:srgbClr val="335388"/>
            </a:solidFill>
            <a:ln cap="sq">
              <a:noFill/>
              <a:prstDash val="solid"/>
              <a:miter/>
            </a:ln>
          </p:spPr>
          <p:txBody>
            <a:bodyPr/>
            <a:lstStyle/>
            <a:p>
              <a:endParaRPr lang="en-US"/>
            </a:p>
          </p:txBody>
        </p:sp>
        <p:sp>
          <p:nvSpPr>
            <p:cNvPr id="8" name="TextBox 8"/>
            <p:cNvSpPr txBox="1"/>
            <p:nvPr/>
          </p:nvSpPr>
          <p:spPr>
            <a:xfrm>
              <a:off x="0" y="-38100"/>
              <a:ext cx="3042735" cy="138286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9" name="TextBox 9"/>
          <p:cNvSpPr txBox="1"/>
          <p:nvPr/>
        </p:nvSpPr>
        <p:spPr>
          <a:xfrm>
            <a:off x="5916219" y="3021652"/>
            <a:ext cx="6455562" cy="982513"/>
          </a:xfrm>
          <a:prstGeom prst="rect">
            <a:avLst/>
          </a:prstGeom>
        </p:spPr>
        <p:txBody>
          <a:bodyPr wrap="square" lIns="0" tIns="0" rIns="0" bIns="0" rtlCol="0" anchor="t">
            <a:spAutoFit/>
          </a:bodyPr>
          <a:lstStyle/>
          <a:p>
            <a:pPr marL="0" lvl="0" indent="0" algn="ctr">
              <a:lnSpc>
                <a:spcPts val="8195"/>
              </a:lnSpc>
              <a:spcBef>
                <a:spcPct val="0"/>
              </a:spcBef>
            </a:pPr>
            <a:r>
              <a:rPr lang="en-US" sz="5854" err="1">
                <a:solidFill>
                  <a:srgbClr val="FDFDFD"/>
                </a:solidFill>
                <a:latin typeface="Open Sans Extra Bold"/>
              </a:rPr>
              <a:t>Giới</a:t>
            </a:r>
            <a:r>
              <a:rPr lang="en-US" sz="5854">
                <a:solidFill>
                  <a:srgbClr val="FDFDFD"/>
                </a:solidFill>
                <a:latin typeface="Open Sans Extra Bold"/>
              </a:rPr>
              <a:t> </a:t>
            </a:r>
            <a:r>
              <a:rPr lang="en-US" sz="5854" err="1">
                <a:solidFill>
                  <a:srgbClr val="FDFDFD"/>
                </a:solidFill>
                <a:latin typeface="Open Sans Extra Bold"/>
              </a:rPr>
              <a:t>thiệu</a:t>
            </a:r>
            <a:r>
              <a:rPr lang="en-US" sz="5854">
                <a:solidFill>
                  <a:srgbClr val="FDFDFD"/>
                </a:solidFill>
                <a:latin typeface="Open Sans Extra Bold"/>
              </a:rPr>
              <a:t> </a:t>
            </a:r>
            <a:r>
              <a:rPr lang="en-US" sz="5854" err="1">
                <a:solidFill>
                  <a:srgbClr val="FDFDFD"/>
                </a:solidFill>
                <a:latin typeface="Open Sans Extra Bold"/>
              </a:rPr>
              <a:t>đề</a:t>
            </a:r>
            <a:r>
              <a:rPr lang="en-US" sz="5854">
                <a:solidFill>
                  <a:srgbClr val="FDFDFD"/>
                </a:solidFill>
                <a:latin typeface="Open Sans Extra Bold"/>
              </a:rPr>
              <a:t> </a:t>
            </a:r>
            <a:r>
              <a:rPr lang="en-US" sz="5854" err="1">
                <a:solidFill>
                  <a:srgbClr val="FDFDFD"/>
                </a:solidFill>
                <a:latin typeface="Open Sans Extra Bold"/>
              </a:rPr>
              <a:t>tài</a:t>
            </a:r>
            <a:endParaRPr lang="en-US" sz="5854">
              <a:solidFill>
                <a:srgbClr val="FDFDFD"/>
              </a:solidFill>
              <a:latin typeface="Open Sans Extra Bold"/>
            </a:endParaRPr>
          </a:p>
        </p:txBody>
      </p:sp>
      <p:sp>
        <p:nvSpPr>
          <p:cNvPr id="10" name="TextBox 10"/>
          <p:cNvSpPr txBox="1"/>
          <p:nvPr/>
        </p:nvSpPr>
        <p:spPr>
          <a:xfrm>
            <a:off x="3896755" y="4285396"/>
            <a:ext cx="10494490" cy="3771417"/>
          </a:xfrm>
          <a:prstGeom prst="rect">
            <a:avLst/>
          </a:prstGeom>
        </p:spPr>
        <p:txBody>
          <a:bodyPr lIns="0" tIns="0" rIns="0" bIns="0" rtlCol="0" anchor="t">
            <a:spAutoFit/>
          </a:bodyPr>
          <a:lstStyle/>
          <a:p>
            <a:pPr algn="just">
              <a:lnSpc>
                <a:spcPts val="3288"/>
              </a:lnSpc>
              <a:spcBef>
                <a:spcPct val="0"/>
              </a:spcBef>
            </a:pPr>
            <a:r>
              <a:rPr lang="vi-VN" sz="2348" spc="-46">
                <a:solidFill>
                  <a:srgbClr val="FDFDFD"/>
                </a:solidFill>
                <a:latin typeface="Cambria Math" panose="02040503050406030204" pitchFamily="18" charset="0"/>
                <a:ea typeface="Cambria Math" panose="02040503050406030204" pitchFamily="18" charset="0"/>
              </a:rPr>
              <a:t>Đề tài “Diễn đàn trao đổi kiến thức” được ra đời với mong muốn tạo dựng cộng đồng, nơi mà người dùng ở mọi lứa tuổi có thể đặt câu hỏi và giải đáp thắc mắc cùng nhau. Diễn đàn sẽ là một nền tảng cho mọi người có thể chia sẻ và trao đổi kiến thức một cách hiệu quả và thuận tiện.</a:t>
            </a:r>
            <a:r>
              <a:rPr lang="en-US" sz="2348" spc="-46">
                <a:solidFill>
                  <a:srgbClr val="FDFDFD"/>
                </a:solidFill>
                <a:latin typeface="Cambria Math" panose="02040503050406030204" pitchFamily="18" charset="0"/>
                <a:ea typeface="Cambria Math" panose="02040503050406030204" pitchFamily="18" charset="0"/>
              </a:rPr>
              <a:t>.</a:t>
            </a:r>
          </a:p>
          <a:p>
            <a:pPr algn="just">
              <a:lnSpc>
                <a:spcPts val="3288"/>
              </a:lnSpc>
              <a:spcBef>
                <a:spcPct val="0"/>
              </a:spcBef>
            </a:pPr>
            <a:endParaRPr lang="en-US" sz="2348" spc="-46">
              <a:solidFill>
                <a:srgbClr val="FDFDFD"/>
              </a:solidFill>
              <a:latin typeface="Cambria Math" panose="02040503050406030204" pitchFamily="18" charset="0"/>
              <a:ea typeface="Cambria Math" panose="02040503050406030204" pitchFamily="18" charset="0"/>
            </a:endParaRPr>
          </a:p>
          <a:p>
            <a:pPr algn="just">
              <a:lnSpc>
                <a:spcPts val="3288"/>
              </a:lnSpc>
              <a:spcBef>
                <a:spcPct val="0"/>
              </a:spcBef>
            </a:pPr>
            <a:r>
              <a:rPr lang="vi-VN" sz="2348" spc="-46">
                <a:solidFill>
                  <a:srgbClr val="FDFDFD"/>
                </a:solidFill>
                <a:latin typeface="Cambria Math" panose="02040503050406030204" pitchFamily="18" charset="0"/>
                <a:ea typeface="Cambria Math" panose="02040503050406030204" pitchFamily="18" charset="0"/>
              </a:rPr>
              <a:t>Diễn đàn trao đổi kiến thức HAHYWU được xây dựng với ý nghĩa thực tiễn cao và sẽ là một công cụ hữu ích cho mọi người trong việc học tập, nghiên cứu và chia sẻ kiến thức. Cùng với đó là một môi trường học tập lành mạnh, nơi mọi người có thể tự do nêu lên các thắc mắc và lời giải của mình cho các câu hỏi của người dùng khác.</a:t>
            </a:r>
            <a:endParaRPr lang="en-US" sz="2348" spc="-46">
              <a:solidFill>
                <a:srgbClr val="FDFDFD"/>
              </a:solidFill>
              <a:latin typeface="Cambria Math" panose="02040503050406030204" pitchFamily="18" charset="0"/>
              <a:ea typeface="Cambria Math" panose="02040503050406030204" pitchFamily="18" charset="0"/>
            </a:endParaRPr>
          </a:p>
        </p:txBody>
      </p:sp>
      <p:sp>
        <p:nvSpPr>
          <p:cNvPr id="13" name="Freeform 2">
            <a:extLst>
              <a:ext uri="{FF2B5EF4-FFF2-40B4-BE49-F238E27FC236}">
                <a16:creationId xmlns:a16="http://schemas.microsoft.com/office/drawing/2014/main" id="{19994D79-7592-42E4-9734-67D1F6E0C429}"/>
              </a:ext>
            </a:extLst>
          </p:cNvPr>
          <p:cNvSpPr/>
          <p:nvPr/>
        </p:nvSpPr>
        <p:spPr>
          <a:xfrm>
            <a:off x="0" y="-11497593"/>
            <a:ext cx="18288000" cy="10287000"/>
          </a:xfrm>
          <a:custGeom>
            <a:avLst/>
            <a:gdLst/>
            <a:ahLst/>
            <a:cxnLst/>
            <a:rect l="l" t="t" r="r" b="b"/>
            <a:pathLst>
              <a:path w="18288000" h="5143500">
                <a:moveTo>
                  <a:pt x="0" y="0"/>
                </a:moveTo>
                <a:lnTo>
                  <a:pt x="18288000" y="0"/>
                </a:lnTo>
                <a:lnTo>
                  <a:pt x="18288000" y="5143500"/>
                </a:lnTo>
                <a:lnTo>
                  <a:pt x="0" y="5143500"/>
                </a:lnTo>
                <a:lnTo>
                  <a:pt x="0" y="0"/>
                </a:lnTo>
                <a:close/>
              </a:path>
            </a:pathLst>
          </a:custGeom>
          <a:blipFill dpi="0" rotWithShape="1">
            <a:blip r:embed="rId4">
              <a:alphaModFix amt="70000"/>
              <a:extLst>
                <a:ext uri="{BEBA8EAE-BF5A-486C-A8C5-ECC9F3942E4B}">
                  <a14:imgProps xmlns:a14="http://schemas.microsoft.com/office/drawing/2010/main">
                    <a14:imgLayer r:embed="rId5">
                      <a14:imgEffect>
                        <a14:saturation sat="66000"/>
                      </a14:imgEffect>
                    </a14:imgLayer>
                  </a14:imgProps>
                </a:ext>
                <a:ext uri="{28A0092B-C50C-407E-A947-70E740481C1C}">
                  <a14:useLocalDpi xmlns:a14="http://schemas.microsoft.com/office/drawing/2010/main" val="0"/>
                </a:ext>
              </a:extLst>
            </a:blip>
            <a:srcRect/>
            <a:stretch>
              <a:fillRect/>
            </a:stretch>
          </a:blipFill>
        </p:spPr>
        <p:txBody>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14" name="Freeform 2">
            <a:extLst>
              <a:ext uri="{FF2B5EF4-FFF2-40B4-BE49-F238E27FC236}">
                <a16:creationId xmlns:a16="http://schemas.microsoft.com/office/drawing/2014/main" id="{2EE4449B-E3D9-4EF4-867E-9D723A4AFA74}"/>
              </a:ext>
            </a:extLst>
          </p:cNvPr>
          <p:cNvSpPr/>
          <p:nvPr/>
        </p:nvSpPr>
        <p:spPr>
          <a:xfrm>
            <a:off x="0" y="0"/>
            <a:ext cx="18288000" cy="10287000"/>
          </a:xfrm>
          <a:custGeom>
            <a:avLst/>
            <a:gdLst/>
            <a:ahLst/>
            <a:cxnLst/>
            <a:rect l="l" t="t" r="r" b="b"/>
            <a:pathLst>
              <a:path w="18288000" h="5143500">
                <a:moveTo>
                  <a:pt x="0" y="0"/>
                </a:moveTo>
                <a:lnTo>
                  <a:pt x="18288000" y="0"/>
                </a:lnTo>
                <a:lnTo>
                  <a:pt x="18288000" y="5143500"/>
                </a:lnTo>
                <a:lnTo>
                  <a:pt x="0" y="5143500"/>
                </a:lnTo>
                <a:lnTo>
                  <a:pt x="0" y="0"/>
                </a:lnTo>
                <a:close/>
              </a:path>
            </a:pathLst>
          </a:custGeom>
          <a:blipFill dpi="0" rotWithShape="1">
            <a:blip r:embed="rId3">
              <a:alphaModFix amt="70000"/>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val="0"/>
                </a:ext>
              </a:extLst>
            </a:blip>
            <a:srcRect/>
            <a:stretch>
              <a:fillRect/>
            </a:stretch>
          </a:blipFill>
        </p:spPr>
        <p:txBody>
          <a:bodyPr/>
          <a:lstStyle/>
          <a:p>
            <a:endParaRPr lang="en-US"/>
          </a:p>
        </p:txBody>
      </p:sp>
      <p:grpSp>
        <p:nvGrpSpPr>
          <p:cNvPr id="3" name="Group 3"/>
          <p:cNvGrpSpPr/>
          <p:nvPr/>
        </p:nvGrpSpPr>
        <p:grpSpPr>
          <a:xfrm>
            <a:off x="-3555779" y="14744700"/>
            <a:ext cx="18476217" cy="1028700"/>
            <a:chOff x="0" y="0"/>
            <a:chExt cx="4866164" cy="270933"/>
          </a:xfrm>
        </p:grpSpPr>
        <p:sp>
          <p:nvSpPr>
            <p:cNvPr id="4" name="Freeform 4"/>
            <p:cNvSpPr/>
            <p:nvPr/>
          </p:nvSpPr>
          <p:spPr>
            <a:xfrm>
              <a:off x="0" y="0"/>
              <a:ext cx="4866164" cy="270933"/>
            </a:xfrm>
            <a:custGeom>
              <a:avLst/>
              <a:gdLst/>
              <a:ahLst/>
              <a:cxnLst/>
              <a:rect l="l" t="t" r="r" b="b"/>
              <a:pathLst>
                <a:path w="4866164" h="270933">
                  <a:moveTo>
                    <a:pt x="0" y="0"/>
                  </a:moveTo>
                  <a:lnTo>
                    <a:pt x="4866164" y="0"/>
                  </a:lnTo>
                  <a:lnTo>
                    <a:pt x="4866164" y="270933"/>
                  </a:lnTo>
                  <a:lnTo>
                    <a:pt x="0" y="270933"/>
                  </a:lnTo>
                  <a:close/>
                </a:path>
              </a:pathLst>
            </a:custGeom>
            <a:solidFill>
              <a:srgbClr val="5B98BA"/>
            </a:solidFill>
            <a:ln cap="sq">
              <a:noFill/>
              <a:prstDash val="solid"/>
              <a:miter/>
            </a:ln>
          </p:spPr>
          <p:txBody>
            <a:bodyPr/>
            <a:lstStyle/>
            <a:p>
              <a:endParaRPr lang="en-US"/>
            </a:p>
          </p:txBody>
        </p:sp>
        <p:sp>
          <p:nvSpPr>
            <p:cNvPr id="5" name="TextBox 5"/>
            <p:cNvSpPr txBox="1"/>
            <p:nvPr/>
          </p:nvSpPr>
          <p:spPr>
            <a:xfrm>
              <a:off x="0" y="-38100"/>
              <a:ext cx="4866164" cy="30903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3367553" y="2571750"/>
            <a:ext cx="11552885" cy="5905744"/>
            <a:chOff x="0" y="0"/>
            <a:chExt cx="3042735" cy="1344760"/>
          </a:xfrm>
        </p:grpSpPr>
        <p:sp>
          <p:nvSpPr>
            <p:cNvPr id="7" name="Freeform 7"/>
            <p:cNvSpPr/>
            <p:nvPr/>
          </p:nvSpPr>
          <p:spPr>
            <a:xfrm>
              <a:off x="0" y="0"/>
              <a:ext cx="3042735" cy="1344760"/>
            </a:xfrm>
            <a:custGeom>
              <a:avLst/>
              <a:gdLst/>
              <a:ahLst/>
              <a:cxnLst/>
              <a:rect l="l" t="t" r="r" b="b"/>
              <a:pathLst>
                <a:path w="3042735" h="1344760">
                  <a:moveTo>
                    <a:pt x="0" y="0"/>
                  </a:moveTo>
                  <a:lnTo>
                    <a:pt x="3042735" y="0"/>
                  </a:lnTo>
                  <a:lnTo>
                    <a:pt x="3042735" y="1344760"/>
                  </a:lnTo>
                  <a:lnTo>
                    <a:pt x="0" y="1344760"/>
                  </a:lnTo>
                  <a:close/>
                </a:path>
              </a:pathLst>
            </a:custGeom>
            <a:solidFill>
              <a:srgbClr val="335388"/>
            </a:solidFill>
            <a:ln cap="sq">
              <a:noFill/>
              <a:prstDash val="solid"/>
              <a:miter/>
            </a:ln>
          </p:spPr>
          <p:txBody>
            <a:bodyPr/>
            <a:lstStyle/>
            <a:p>
              <a:endParaRPr lang="en-US"/>
            </a:p>
          </p:txBody>
        </p:sp>
        <p:sp>
          <p:nvSpPr>
            <p:cNvPr id="8" name="TextBox 8"/>
            <p:cNvSpPr txBox="1"/>
            <p:nvPr/>
          </p:nvSpPr>
          <p:spPr>
            <a:xfrm>
              <a:off x="0" y="-38100"/>
              <a:ext cx="3042735" cy="138286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9" name="TextBox 9"/>
          <p:cNvSpPr txBox="1"/>
          <p:nvPr/>
        </p:nvSpPr>
        <p:spPr>
          <a:xfrm>
            <a:off x="6269839" y="2737222"/>
            <a:ext cx="5748323" cy="992039"/>
          </a:xfrm>
          <a:prstGeom prst="rect">
            <a:avLst/>
          </a:prstGeom>
        </p:spPr>
        <p:txBody>
          <a:bodyPr lIns="0" tIns="0" rIns="0" bIns="0" rtlCol="0" anchor="t">
            <a:spAutoFit/>
          </a:bodyPr>
          <a:lstStyle/>
          <a:p>
            <a:pPr marL="0" lvl="0" indent="0" algn="ctr">
              <a:lnSpc>
                <a:spcPts val="8195"/>
              </a:lnSpc>
              <a:spcBef>
                <a:spcPct val="0"/>
              </a:spcBef>
            </a:pPr>
            <a:r>
              <a:rPr lang="en-US" sz="5854" dirty="0" err="1">
                <a:solidFill>
                  <a:srgbClr val="FDFDFD"/>
                </a:solidFill>
                <a:latin typeface="Open Sans Extra Bold"/>
              </a:rPr>
              <a:t>Mục</a:t>
            </a:r>
            <a:r>
              <a:rPr lang="en-US" sz="5854" dirty="0">
                <a:solidFill>
                  <a:srgbClr val="FDFDFD"/>
                </a:solidFill>
                <a:latin typeface="Open Sans Extra Bold"/>
              </a:rPr>
              <a:t> </a:t>
            </a:r>
            <a:r>
              <a:rPr lang="en-US" sz="5854" dirty="0" err="1">
                <a:solidFill>
                  <a:srgbClr val="FDFDFD"/>
                </a:solidFill>
                <a:latin typeface="Open Sans Extra Bold"/>
              </a:rPr>
              <a:t>tiêu</a:t>
            </a:r>
            <a:endParaRPr lang="en-US" sz="5854" dirty="0">
              <a:solidFill>
                <a:srgbClr val="FDFDFD"/>
              </a:solidFill>
              <a:latin typeface="Open Sans Extra Bold"/>
            </a:endParaRPr>
          </a:p>
        </p:txBody>
      </p:sp>
      <p:sp>
        <p:nvSpPr>
          <p:cNvPr id="10" name="TextBox 10"/>
          <p:cNvSpPr txBox="1"/>
          <p:nvPr/>
        </p:nvSpPr>
        <p:spPr>
          <a:xfrm>
            <a:off x="3896755" y="3873922"/>
            <a:ext cx="10494490" cy="1269578"/>
          </a:xfrm>
          <a:prstGeom prst="rect">
            <a:avLst/>
          </a:prstGeom>
        </p:spPr>
        <p:txBody>
          <a:bodyPr lIns="0" tIns="0" rIns="0" bIns="0" rtlCol="0" anchor="t">
            <a:spAutoFit/>
          </a:bodyPr>
          <a:lstStyle/>
          <a:p>
            <a:pPr algn="just">
              <a:lnSpc>
                <a:spcPts val="3288"/>
              </a:lnSpc>
              <a:spcBef>
                <a:spcPct val="0"/>
              </a:spcBef>
            </a:pPr>
            <a:r>
              <a:rPr lang="en-US" sz="2800" spc="-46">
                <a:solidFill>
                  <a:srgbClr val="FDFDFD"/>
                </a:solidFill>
                <a:latin typeface="Cambria Math" panose="02040503050406030204" pitchFamily="18" charset="0"/>
                <a:ea typeface="Cambria Math" panose="02040503050406030204" pitchFamily="18" charset="0"/>
              </a:rPr>
              <a:t>X</a:t>
            </a:r>
            <a:r>
              <a:rPr lang="vi-VN" sz="2800" spc="-46">
                <a:solidFill>
                  <a:srgbClr val="FDFDFD"/>
                </a:solidFill>
                <a:latin typeface="Cambria Math" panose="02040503050406030204" pitchFamily="18" charset="0"/>
                <a:ea typeface="Cambria Math" panose="02040503050406030204" pitchFamily="18" charset="0"/>
              </a:rPr>
              <a:t>ây dựng một môi trường có thể rút ngắn khoảng cách của người dùng mạng với nhau và hơn cả là khoảng cách của người dùng mạng đến các kiến thức mới của thời đại dưới các khía cạnh và góc nhìn khác nhau.</a:t>
            </a:r>
            <a:endParaRPr lang="en-US" sz="2800" spc="-46">
              <a:solidFill>
                <a:srgbClr val="FDFDFD"/>
              </a:solidFill>
              <a:latin typeface="Cambria Math" panose="02040503050406030204" pitchFamily="18" charset="0"/>
              <a:ea typeface="Cambria Math" panose="02040503050406030204" pitchFamily="18" charset="0"/>
            </a:endParaRPr>
          </a:p>
        </p:txBody>
      </p:sp>
      <p:sp>
        <p:nvSpPr>
          <p:cNvPr id="11" name="TextBox 9">
            <a:extLst>
              <a:ext uri="{FF2B5EF4-FFF2-40B4-BE49-F238E27FC236}">
                <a16:creationId xmlns:a16="http://schemas.microsoft.com/office/drawing/2014/main" id="{1350BF71-047A-412F-82E6-2A0AAA996D3A}"/>
              </a:ext>
            </a:extLst>
          </p:cNvPr>
          <p:cNvSpPr txBox="1"/>
          <p:nvPr/>
        </p:nvSpPr>
        <p:spPr>
          <a:xfrm>
            <a:off x="6269838" y="5259698"/>
            <a:ext cx="5748323" cy="992039"/>
          </a:xfrm>
          <a:prstGeom prst="rect">
            <a:avLst/>
          </a:prstGeom>
        </p:spPr>
        <p:txBody>
          <a:bodyPr lIns="0" tIns="0" rIns="0" bIns="0" rtlCol="0" anchor="t">
            <a:spAutoFit/>
          </a:bodyPr>
          <a:lstStyle/>
          <a:p>
            <a:pPr marL="0" lvl="0" indent="0" algn="ctr">
              <a:lnSpc>
                <a:spcPts val="8195"/>
              </a:lnSpc>
              <a:spcBef>
                <a:spcPct val="0"/>
              </a:spcBef>
            </a:pPr>
            <a:r>
              <a:rPr lang="en-US" sz="5854" err="1">
                <a:solidFill>
                  <a:srgbClr val="FDFDFD"/>
                </a:solidFill>
                <a:latin typeface="Open Sans Extra Bold"/>
              </a:rPr>
              <a:t>Mục</a:t>
            </a:r>
            <a:r>
              <a:rPr lang="en-US" sz="5854">
                <a:solidFill>
                  <a:srgbClr val="FDFDFD"/>
                </a:solidFill>
                <a:latin typeface="Open Sans Extra Bold"/>
              </a:rPr>
              <a:t> </a:t>
            </a:r>
            <a:r>
              <a:rPr lang="en-US" sz="5854" err="1">
                <a:solidFill>
                  <a:srgbClr val="FDFDFD"/>
                </a:solidFill>
                <a:latin typeface="Open Sans Extra Bold"/>
              </a:rPr>
              <a:t>đích</a:t>
            </a:r>
            <a:endParaRPr lang="en-US" sz="5854">
              <a:solidFill>
                <a:srgbClr val="FDFDFD"/>
              </a:solidFill>
              <a:latin typeface="Open Sans Extra Bold"/>
            </a:endParaRPr>
          </a:p>
        </p:txBody>
      </p:sp>
      <p:sp>
        <p:nvSpPr>
          <p:cNvPr id="12" name="TextBox 10">
            <a:extLst>
              <a:ext uri="{FF2B5EF4-FFF2-40B4-BE49-F238E27FC236}">
                <a16:creationId xmlns:a16="http://schemas.microsoft.com/office/drawing/2014/main" id="{FE4F6826-849A-443D-B58B-68B5D0E68063}"/>
              </a:ext>
            </a:extLst>
          </p:cNvPr>
          <p:cNvSpPr txBox="1"/>
          <p:nvPr/>
        </p:nvSpPr>
        <p:spPr>
          <a:xfrm>
            <a:off x="4009465" y="6363060"/>
            <a:ext cx="10269068" cy="1692771"/>
          </a:xfrm>
          <a:prstGeom prst="rect">
            <a:avLst/>
          </a:prstGeom>
        </p:spPr>
        <p:txBody>
          <a:bodyPr wrap="square" lIns="0" tIns="0" rIns="0" bIns="0" rtlCol="0" anchor="t">
            <a:spAutoFit/>
          </a:bodyPr>
          <a:lstStyle/>
          <a:p>
            <a:pPr marL="457200" indent="-457200" algn="just">
              <a:lnSpc>
                <a:spcPts val="3288"/>
              </a:lnSpc>
              <a:spcBef>
                <a:spcPct val="0"/>
              </a:spcBef>
              <a:buFont typeface="Wingdings" panose="05000000000000000000" pitchFamily="2" charset="2"/>
              <a:buChar char="Ø"/>
            </a:pPr>
            <a:r>
              <a:rPr lang="vi-VN" sz="2800" spc="-46" dirty="0">
                <a:solidFill>
                  <a:srgbClr val="FDFDFD"/>
                </a:solidFill>
                <a:latin typeface="Cambria Math" panose="02040503050406030204" pitchFamily="18" charset="0"/>
                <a:ea typeface="Cambria Math" panose="02040503050406030204" pitchFamily="18" charset="0"/>
              </a:rPr>
              <a:t>Giúp sinh viên ứng dụng các kiến thức được học</a:t>
            </a:r>
            <a:r>
              <a:rPr lang="en-US" sz="2800" spc="-46" dirty="0">
                <a:solidFill>
                  <a:srgbClr val="FDFDFD"/>
                </a:solidFill>
                <a:latin typeface="Cambria Math" panose="02040503050406030204" pitchFamily="18" charset="0"/>
                <a:ea typeface="Cambria Math" panose="02040503050406030204" pitchFamily="18" charset="0"/>
              </a:rPr>
              <a:t> </a:t>
            </a:r>
          </a:p>
          <a:p>
            <a:pPr marL="457200" indent="-457200" algn="just">
              <a:lnSpc>
                <a:spcPts val="3288"/>
              </a:lnSpc>
              <a:spcBef>
                <a:spcPct val="0"/>
              </a:spcBef>
              <a:buFont typeface="Wingdings" panose="05000000000000000000" pitchFamily="2" charset="2"/>
              <a:buChar char="Ø"/>
            </a:pPr>
            <a:r>
              <a:rPr lang="vi-VN" sz="2800" spc="-46" dirty="0">
                <a:solidFill>
                  <a:srgbClr val="FDFDFD"/>
                </a:solidFill>
                <a:latin typeface="Cambria Math" panose="02040503050406030204" pitchFamily="18" charset="0"/>
                <a:ea typeface="Cambria Math" panose="02040503050406030204" pitchFamily="18" charset="0"/>
              </a:rPr>
              <a:t>Rèn luyện sự sáng tạo trong việc thiết kế </a:t>
            </a:r>
            <a:endParaRPr lang="en-US" sz="2800" spc="-46" dirty="0">
              <a:solidFill>
                <a:srgbClr val="FDFDFD"/>
              </a:solidFill>
              <a:latin typeface="Cambria Math" panose="02040503050406030204" pitchFamily="18" charset="0"/>
              <a:ea typeface="Cambria Math" panose="02040503050406030204" pitchFamily="18" charset="0"/>
            </a:endParaRPr>
          </a:p>
          <a:p>
            <a:pPr marL="457200" indent="-457200" algn="just">
              <a:lnSpc>
                <a:spcPts val="3288"/>
              </a:lnSpc>
              <a:spcBef>
                <a:spcPct val="0"/>
              </a:spcBef>
              <a:buFont typeface="Wingdings" panose="05000000000000000000" pitchFamily="2" charset="2"/>
              <a:buChar char="Ø"/>
            </a:pPr>
            <a:r>
              <a:rPr lang="en-US" sz="2800" spc="-46" dirty="0" err="1">
                <a:solidFill>
                  <a:srgbClr val="FDFDFD"/>
                </a:solidFill>
                <a:latin typeface="Cambria Math" panose="02040503050406030204" pitchFamily="18" charset="0"/>
                <a:ea typeface="Cambria Math" panose="02040503050406030204" pitchFamily="18" charset="0"/>
              </a:rPr>
              <a:t>Hiểu</a:t>
            </a:r>
            <a:r>
              <a:rPr lang="en-US" sz="2800" spc="-46" dirty="0">
                <a:solidFill>
                  <a:srgbClr val="FDFDFD"/>
                </a:solidFill>
                <a:latin typeface="Cambria Math" panose="02040503050406030204" pitchFamily="18" charset="0"/>
                <a:ea typeface="Cambria Math" panose="02040503050406030204" pitchFamily="18" charset="0"/>
              </a:rPr>
              <a:t> </a:t>
            </a:r>
            <a:r>
              <a:rPr lang="en-US" sz="2800" spc="-46" dirty="0" err="1">
                <a:solidFill>
                  <a:srgbClr val="FDFDFD"/>
                </a:solidFill>
                <a:latin typeface="Cambria Math" panose="02040503050406030204" pitchFamily="18" charset="0"/>
                <a:ea typeface="Cambria Math" panose="02040503050406030204" pitchFamily="18" charset="0"/>
              </a:rPr>
              <a:t>rõ</a:t>
            </a:r>
            <a:r>
              <a:rPr lang="en-US" sz="2800" spc="-46" dirty="0">
                <a:solidFill>
                  <a:srgbClr val="FDFDFD"/>
                </a:solidFill>
                <a:latin typeface="Cambria Math" panose="02040503050406030204" pitchFamily="18" charset="0"/>
                <a:ea typeface="Cambria Math" panose="02040503050406030204" pitchFamily="18" charset="0"/>
              </a:rPr>
              <a:t> </a:t>
            </a:r>
            <a:r>
              <a:rPr lang="en-US" sz="2800" spc="-46" dirty="0" err="1">
                <a:solidFill>
                  <a:srgbClr val="FDFDFD"/>
                </a:solidFill>
                <a:latin typeface="Cambria Math" panose="02040503050406030204" pitchFamily="18" charset="0"/>
                <a:ea typeface="Cambria Math" panose="02040503050406030204" pitchFamily="18" charset="0"/>
              </a:rPr>
              <a:t>quá</a:t>
            </a:r>
            <a:r>
              <a:rPr lang="en-US" sz="2800" spc="-46" dirty="0">
                <a:solidFill>
                  <a:srgbClr val="FDFDFD"/>
                </a:solidFill>
                <a:latin typeface="Cambria Math" panose="02040503050406030204" pitchFamily="18" charset="0"/>
                <a:ea typeface="Cambria Math" panose="02040503050406030204" pitchFamily="18" charset="0"/>
              </a:rPr>
              <a:t> </a:t>
            </a:r>
            <a:r>
              <a:rPr lang="en-US" sz="2800" spc="-46" dirty="0" err="1">
                <a:solidFill>
                  <a:srgbClr val="FDFDFD"/>
                </a:solidFill>
                <a:latin typeface="Cambria Math" panose="02040503050406030204" pitchFamily="18" charset="0"/>
                <a:ea typeface="Cambria Math" panose="02040503050406030204" pitchFamily="18" charset="0"/>
              </a:rPr>
              <a:t>trình</a:t>
            </a:r>
            <a:r>
              <a:rPr lang="en-US" sz="2800" spc="-46" dirty="0">
                <a:solidFill>
                  <a:srgbClr val="FDFDFD"/>
                </a:solidFill>
                <a:latin typeface="Cambria Math" panose="02040503050406030204" pitchFamily="18" charset="0"/>
                <a:ea typeface="Cambria Math" panose="02040503050406030204" pitchFamily="18" charset="0"/>
              </a:rPr>
              <a:t> </a:t>
            </a:r>
            <a:r>
              <a:rPr lang="en-US" sz="2800" spc="-46" dirty="0" err="1">
                <a:solidFill>
                  <a:srgbClr val="FDFDFD"/>
                </a:solidFill>
                <a:latin typeface="Cambria Math" panose="02040503050406030204" pitchFamily="18" charset="0"/>
                <a:ea typeface="Cambria Math" panose="02040503050406030204" pitchFamily="18" charset="0"/>
              </a:rPr>
              <a:t>tạo</a:t>
            </a:r>
            <a:r>
              <a:rPr lang="en-US" sz="2800" spc="-46" dirty="0">
                <a:solidFill>
                  <a:srgbClr val="FDFDFD"/>
                </a:solidFill>
                <a:latin typeface="Cambria Math" panose="02040503050406030204" pitchFamily="18" charset="0"/>
                <a:ea typeface="Cambria Math" panose="02040503050406030204" pitchFamily="18" charset="0"/>
              </a:rPr>
              <a:t> </a:t>
            </a:r>
            <a:r>
              <a:rPr lang="en-US" sz="2800" spc="-46" dirty="0" err="1">
                <a:solidFill>
                  <a:srgbClr val="FDFDFD"/>
                </a:solidFill>
                <a:latin typeface="Cambria Math" panose="02040503050406030204" pitchFamily="18" charset="0"/>
                <a:ea typeface="Cambria Math" panose="02040503050406030204" pitchFamily="18" charset="0"/>
              </a:rPr>
              <a:t>nên</a:t>
            </a:r>
            <a:r>
              <a:rPr lang="en-US" sz="2800" spc="-46" dirty="0">
                <a:solidFill>
                  <a:srgbClr val="FDFDFD"/>
                </a:solidFill>
                <a:latin typeface="Cambria Math" panose="02040503050406030204" pitchFamily="18" charset="0"/>
                <a:ea typeface="Cambria Math" panose="02040503050406030204" pitchFamily="18" charset="0"/>
              </a:rPr>
              <a:t> </a:t>
            </a:r>
            <a:r>
              <a:rPr lang="en-US" sz="2800" spc="-46" dirty="0" err="1">
                <a:solidFill>
                  <a:srgbClr val="FDFDFD"/>
                </a:solidFill>
                <a:latin typeface="Cambria Math" panose="02040503050406030204" pitchFamily="18" charset="0"/>
                <a:ea typeface="Cambria Math" panose="02040503050406030204" pitchFamily="18" charset="0"/>
              </a:rPr>
              <a:t>một</a:t>
            </a:r>
            <a:r>
              <a:rPr lang="en-US" sz="2800" spc="-46" dirty="0">
                <a:solidFill>
                  <a:srgbClr val="FDFDFD"/>
                </a:solidFill>
                <a:latin typeface="Cambria Math" panose="02040503050406030204" pitchFamily="18" charset="0"/>
                <a:ea typeface="Cambria Math" panose="02040503050406030204" pitchFamily="18" charset="0"/>
              </a:rPr>
              <a:t> </a:t>
            </a:r>
            <a:r>
              <a:rPr lang="en-US" sz="2800" spc="-46" dirty="0" err="1">
                <a:solidFill>
                  <a:srgbClr val="FDFDFD"/>
                </a:solidFill>
                <a:latin typeface="Cambria Math" panose="02040503050406030204" pitchFamily="18" charset="0"/>
                <a:ea typeface="Cambria Math" panose="02040503050406030204" pitchFamily="18" charset="0"/>
              </a:rPr>
              <a:t>sản</a:t>
            </a:r>
            <a:r>
              <a:rPr lang="en-US" sz="2800" spc="-46" dirty="0">
                <a:solidFill>
                  <a:srgbClr val="FDFDFD"/>
                </a:solidFill>
                <a:latin typeface="Cambria Math" panose="02040503050406030204" pitchFamily="18" charset="0"/>
                <a:ea typeface="Cambria Math" panose="02040503050406030204" pitchFamily="18" charset="0"/>
              </a:rPr>
              <a:t> </a:t>
            </a:r>
            <a:r>
              <a:rPr lang="en-US" sz="2800" spc="-46" dirty="0" err="1">
                <a:solidFill>
                  <a:srgbClr val="FDFDFD"/>
                </a:solidFill>
                <a:latin typeface="Cambria Math" panose="02040503050406030204" pitchFamily="18" charset="0"/>
                <a:ea typeface="Cambria Math" panose="02040503050406030204" pitchFamily="18" charset="0"/>
              </a:rPr>
              <a:t>phẩm</a:t>
            </a:r>
            <a:r>
              <a:rPr lang="en-US" sz="2800" spc="-46" dirty="0">
                <a:solidFill>
                  <a:srgbClr val="FDFDFD"/>
                </a:solidFill>
                <a:latin typeface="Cambria Math" panose="02040503050406030204" pitchFamily="18" charset="0"/>
                <a:ea typeface="Cambria Math" panose="02040503050406030204" pitchFamily="18" charset="0"/>
              </a:rPr>
              <a:t> </a:t>
            </a:r>
            <a:r>
              <a:rPr lang="en-US" sz="2800" spc="-46" dirty="0" err="1">
                <a:solidFill>
                  <a:srgbClr val="FDFDFD"/>
                </a:solidFill>
                <a:latin typeface="Cambria Math" panose="02040503050406030204" pitchFamily="18" charset="0"/>
                <a:ea typeface="Cambria Math" panose="02040503050406030204" pitchFamily="18" charset="0"/>
              </a:rPr>
              <a:t>mạng</a:t>
            </a:r>
            <a:endParaRPr lang="en-US" sz="2800" spc="-46" dirty="0">
              <a:solidFill>
                <a:srgbClr val="FDFDFD"/>
              </a:solidFill>
              <a:latin typeface="Cambria Math" panose="02040503050406030204" pitchFamily="18" charset="0"/>
              <a:ea typeface="Cambria Math" panose="02040503050406030204" pitchFamily="18" charset="0"/>
            </a:endParaRPr>
          </a:p>
          <a:p>
            <a:pPr marL="457200" indent="-457200" algn="just">
              <a:lnSpc>
                <a:spcPts val="3288"/>
              </a:lnSpc>
              <a:spcBef>
                <a:spcPct val="0"/>
              </a:spcBef>
              <a:buFont typeface="Wingdings" panose="05000000000000000000" pitchFamily="2" charset="2"/>
              <a:buChar char="Ø"/>
            </a:pPr>
            <a:r>
              <a:rPr lang="vi-VN" sz="2800" spc="-46" dirty="0">
                <a:solidFill>
                  <a:srgbClr val="FDFDFD"/>
                </a:solidFill>
                <a:latin typeface="Cambria Math" panose="02040503050406030204" pitchFamily="18" charset="0"/>
                <a:ea typeface="Cambria Math" panose="02040503050406030204" pitchFamily="18" charset="0"/>
              </a:rPr>
              <a:t>Nâng cao tư duy lập trình và tìm ra các giải pháp, thuật toán </a:t>
            </a:r>
            <a:r>
              <a:rPr lang="en-US" sz="2800" spc="-46" dirty="0" err="1">
                <a:solidFill>
                  <a:srgbClr val="FDFDFD"/>
                </a:solidFill>
                <a:latin typeface="Cambria Math" panose="02040503050406030204" pitchFamily="18" charset="0"/>
                <a:ea typeface="Cambria Math" panose="02040503050406030204" pitchFamily="18" charset="0"/>
              </a:rPr>
              <a:t>tối</a:t>
            </a:r>
            <a:r>
              <a:rPr lang="en-US" sz="2800" spc="-46" dirty="0">
                <a:solidFill>
                  <a:srgbClr val="FDFDFD"/>
                </a:solidFill>
                <a:latin typeface="Cambria Math" panose="02040503050406030204" pitchFamily="18" charset="0"/>
                <a:ea typeface="Cambria Math" panose="02040503050406030204" pitchFamily="18" charset="0"/>
              </a:rPr>
              <a:t> </a:t>
            </a:r>
            <a:r>
              <a:rPr lang="en-US" sz="2800" spc="-46" dirty="0" err="1">
                <a:solidFill>
                  <a:srgbClr val="FDFDFD"/>
                </a:solidFill>
                <a:latin typeface="Cambria Math" panose="02040503050406030204" pitchFamily="18" charset="0"/>
                <a:ea typeface="Cambria Math" panose="02040503050406030204" pitchFamily="18" charset="0"/>
              </a:rPr>
              <a:t>ưu</a:t>
            </a:r>
            <a:endParaRPr lang="en-US" sz="2800" spc="-46" dirty="0">
              <a:solidFill>
                <a:srgbClr val="FDFDFD"/>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6368080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13" name="Freeform 2">
            <a:extLst>
              <a:ext uri="{FF2B5EF4-FFF2-40B4-BE49-F238E27FC236}">
                <a16:creationId xmlns:a16="http://schemas.microsoft.com/office/drawing/2014/main" id="{4F9D2907-8B53-494D-979F-D7D6391186B1}"/>
              </a:ext>
            </a:extLst>
          </p:cNvPr>
          <p:cNvSpPr/>
          <p:nvPr/>
        </p:nvSpPr>
        <p:spPr>
          <a:xfrm>
            <a:off x="0" y="0"/>
            <a:ext cx="18288000" cy="10287000"/>
          </a:xfrm>
          <a:custGeom>
            <a:avLst/>
            <a:gdLst/>
            <a:ahLst/>
            <a:cxnLst/>
            <a:rect l="l" t="t" r="r" b="b"/>
            <a:pathLst>
              <a:path w="18288000" h="5143500">
                <a:moveTo>
                  <a:pt x="0" y="0"/>
                </a:moveTo>
                <a:lnTo>
                  <a:pt x="18288000" y="0"/>
                </a:lnTo>
                <a:lnTo>
                  <a:pt x="18288000" y="5143500"/>
                </a:lnTo>
                <a:lnTo>
                  <a:pt x="0" y="5143500"/>
                </a:lnTo>
                <a:lnTo>
                  <a:pt x="0" y="0"/>
                </a:lnTo>
                <a:close/>
              </a:path>
            </a:pathLst>
          </a:custGeom>
          <a:blipFill dpi="0" rotWithShape="1">
            <a:blip r:embed="rId3">
              <a:alphaModFix amt="70000"/>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val="0"/>
                </a:ext>
              </a:extLst>
            </a:blip>
            <a:srcRect/>
            <a:stretch>
              <a:fillRect/>
            </a:stretch>
          </a:blipFill>
        </p:spPr>
        <p:txBody>
          <a:bodyPr/>
          <a:lstStyle/>
          <a:p>
            <a:endParaRPr lang="en-US"/>
          </a:p>
        </p:txBody>
      </p:sp>
      <p:grpSp>
        <p:nvGrpSpPr>
          <p:cNvPr id="3" name="Group 3"/>
          <p:cNvGrpSpPr/>
          <p:nvPr/>
        </p:nvGrpSpPr>
        <p:grpSpPr>
          <a:xfrm>
            <a:off x="-3555779" y="14744700"/>
            <a:ext cx="18476217" cy="1028700"/>
            <a:chOff x="0" y="0"/>
            <a:chExt cx="4866164" cy="270933"/>
          </a:xfrm>
        </p:grpSpPr>
        <p:sp>
          <p:nvSpPr>
            <p:cNvPr id="4" name="Freeform 4"/>
            <p:cNvSpPr/>
            <p:nvPr/>
          </p:nvSpPr>
          <p:spPr>
            <a:xfrm>
              <a:off x="0" y="0"/>
              <a:ext cx="4866164" cy="270933"/>
            </a:xfrm>
            <a:custGeom>
              <a:avLst/>
              <a:gdLst/>
              <a:ahLst/>
              <a:cxnLst/>
              <a:rect l="l" t="t" r="r" b="b"/>
              <a:pathLst>
                <a:path w="4866164" h="270933">
                  <a:moveTo>
                    <a:pt x="0" y="0"/>
                  </a:moveTo>
                  <a:lnTo>
                    <a:pt x="4866164" y="0"/>
                  </a:lnTo>
                  <a:lnTo>
                    <a:pt x="4866164" y="270933"/>
                  </a:lnTo>
                  <a:lnTo>
                    <a:pt x="0" y="270933"/>
                  </a:lnTo>
                  <a:close/>
                </a:path>
              </a:pathLst>
            </a:custGeom>
            <a:solidFill>
              <a:srgbClr val="5B98BA"/>
            </a:solidFill>
            <a:ln cap="sq">
              <a:noFill/>
              <a:prstDash val="solid"/>
              <a:miter/>
            </a:ln>
          </p:spPr>
          <p:txBody>
            <a:bodyPr/>
            <a:lstStyle/>
            <a:p>
              <a:endParaRPr lang="en-US"/>
            </a:p>
          </p:txBody>
        </p:sp>
        <p:sp>
          <p:nvSpPr>
            <p:cNvPr id="5" name="TextBox 5"/>
            <p:cNvSpPr txBox="1"/>
            <p:nvPr/>
          </p:nvSpPr>
          <p:spPr>
            <a:xfrm>
              <a:off x="0" y="-38100"/>
              <a:ext cx="4866164" cy="30903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3600915" y="2404392"/>
            <a:ext cx="11552885" cy="5905744"/>
            <a:chOff x="0" y="0"/>
            <a:chExt cx="3042735" cy="1344760"/>
          </a:xfrm>
        </p:grpSpPr>
        <p:sp>
          <p:nvSpPr>
            <p:cNvPr id="7" name="Freeform 7"/>
            <p:cNvSpPr/>
            <p:nvPr/>
          </p:nvSpPr>
          <p:spPr>
            <a:xfrm>
              <a:off x="0" y="0"/>
              <a:ext cx="3042735" cy="1344760"/>
            </a:xfrm>
            <a:custGeom>
              <a:avLst/>
              <a:gdLst/>
              <a:ahLst/>
              <a:cxnLst/>
              <a:rect l="l" t="t" r="r" b="b"/>
              <a:pathLst>
                <a:path w="3042735" h="1344760">
                  <a:moveTo>
                    <a:pt x="0" y="0"/>
                  </a:moveTo>
                  <a:lnTo>
                    <a:pt x="3042735" y="0"/>
                  </a:lnTo>
                  <a:lnTo>
                    <a:pt x="3042735" y="1344760"/>
                  </a:lnTo>
                  <a:lnTo>
                    <a:pt x="0" y="1344760"/>
                  </a:lnTo>
                  <a:close/>
                </a:path>
              </a:pathLst>
            </a:custGeom>
            <a:solidFill>
              <a:srgbClr val="335388"/>
            </a:solidFill>
            <a:ln cap="sq">
              <a:noFill/>
              <a:prstDash val="solid"/>
              <a:miter/>
            </a:ln>
          </p:spPr>
          <p:txBody>
            <a:bodyPr/>
            <a:lstStyle/>
            <a:p>
              <a:endParaRPr lang="en-US"/>
            </a:p>
          </p:txBody>
        </p:sp>
        <p:sp>
          <p:nvSpPr>
            <p:cNvPr id="8" name="TextBox 8"/>
            <p:cNvSpPr txBox="1"/>
            <p:nvPr/>
          </p:nvSpPr>
          <p:spPr>
            <a:xfrm>
              <a:off x="0" y="-38100"/>
              <a:ext cx="3042735" cy="138286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9" name="TextBox 9"/>
          <p:cNvSpPr txBox="1"/>
          <p:nvPr/>
        </p:nvSpPr>
        <p:spPr>
          <a:xfrm>
            <a:off x="6503905" y="2711205"/>
            <a:ext cx="5748323" cy="992039"/>
          </a:xfrm>
          <a:prstGeom prst="rect">
            <a:avLst/>
          </a:prstGeom>
        </p:spPr>
        <p:txBody>
          <a:bodyPr lIns="0" tIns="0" rIns="0" bIns="0" rtlCol="0" anchor="t">
            <a:spAutoFit/>
          </a:bodyPr>
          <a:lstStyle/>
          <a:p>
            <a:pPr marL="0" lvl="0" indent="0" algn="ctr">
              <a:lnSpc>
                <a:spcPts val="8195"/>
              </a:lnSpc>
              <a:spcBef>
                <a:spcPct val="0"/>
              </a:spcBef>
            </a:pPr>
            <a:r>
              <a:rPr lang="en-US" sz="5854" dirty="0" err="1">
                <a:solidFill>
                  <a:srgbClr val="FDFDFD"/>
                </a:solidFill>
                <a:latin typeface="Open Sans Extra Bold"/>
              </a:rPr>
              <a:t>Công</a:t>
            </a:r>
            <a:r>
              <a:rPr lang="en-US" sz="5854" dirty="0">
                <a:solidFill>
                  <a:srgbClr val="FDFDFD"/>
                </a:solidFill>
                <a:latin typeface="Open Sans Extra Bold"/>
              </a:rPr>
              <a:t> </a:t>
            </a:r>
            <a:r>
              <a:rPr lang="en-US" sz="5854" dirty="0" err="1">
                <a:solidFill>
                  <a:srgbClr val="FDFDFD"/>
                </a:solidFill>
                <a:latin typeface="Open Sans Extra Bold"/>
              </a:rPr>
              <a:t>cụ</a:t>
            </a:r>
            <a:endParaRPr lang="en-US" sz="5854" dirty="0">
              <a:solidFill>
                <a:srgbClr val="FDFDFD"/>
              </a:solidFill>
              <a:latin typeface="Open Sans Extra Bold"/>
            </a:endParaRPr>
          </a:p>
        </p:txBody>
      </p:sp>
      <p:sp>
        <p:nvSpPr>
          <p:cNvPr id="14" name="Freeform 2">
            <a:extLst>
              <a:ext uri="{FF2B5EF4-FFF2-40B4-BE49-F238E27FC236}">
                <a16:creationId xmlns:a16="http://schemas.microsoft.com/office/drawing/2014/main" id="{31FCEE01-31E3-4539-8D62-AFC044F0AD61}"/>
              </a:ext>
            </a:extLst>
          </p:cNvPr>
          <p:cNvSpPr/>
          <p:nvPr/>
        </p:nvSpPr>
        <p:spPr>
          <a:xfrm>
            <a:off x="-5" y="-11053359"/>
            <a:ext cx="18288000" cy="10287000"/>
          </a:xfrm>
          <a:custGeom>
            <a:avLst/>
            <a:gdLst/>
            <a:ahLst/>
            <a:cxnLst/>
            <a:rect l="l" t="t" r="r" b="b"/>
            <a:pathLst>
              <a:path w="18288000" h="5143500">
                <a:moveTo>
                  <a:pt x="0" y="0"/>
                </a:moveTo>
                <a:lnTo>
                  <a:pt x="18288000" y="0"/>
                </a:lnTo>
                <a:lnTo>
                  <a:pt x="18288000" y="5143500"/>
                </a:lnTo>
                <a:lnTo>
                  <a:pt x="0" y="5143500"/>
                </a:lnTo>
                <a:lnTo>
                  <a:pt x="0" y="0"/>
                </a:lnTo>
                <a:close/>
              </a:path>
            </a:pathLst>
          </a:custGeom>
          <a:blipFill dpi="0" rotWithShape="1">
            <a:blip r:embed="rId5">
              <a:alphaModFix amt="70000"/>
              <a:extLst>
                <a:ext uri="{BEBA8EAE-BF5A-486C-A8C5-ECC9F3942E4B}">
                  <a14:imgProps xmlns:a14="http://schemas.microsoft.com/office/drawing/2010/main">
                    <a14:imgLayer r:embed="rId6">
                      <a14:imgEffect>
                        <a14:saturation sat="66000"/>
                      </a14:imgEffect>
                    </a14:imgLayer>
                  </a14:imgProps>
                </a:ext>
                <a:ext uri="{28A0092B-C50C-407E-A947-70E740481C1C}">
                  <a14:useLocalDpi xmlns:a14="http://schemas.microsoft.com/office/drawing/2010/main" val="0"/>
                </a:ext>
              </a:extLst>
            </a:blip>
            <a:srcRect/>
            <a:stretch>
              <a:fillRect/>
            </a:stretch>
          </a:blipFill>
        </p:spPr>
        <p:txBody>
          <a:bodyPr/>
          <a:lstStyle/>
          <a:p>
            <a:endParaRPr lang="en-US"/>
          </a:p>
        </p:txBody>
      </p:sp>
      <p:pic>
        <p:nvPicPr>
          <p:cNvPr id="1026" name="Picture 2">
            <a:extLst>
              <a:ext uri="{FF2B5EF4-FFF2-40B4-BE49-F238E27FC236}">
                <a16:creationId xmlns:a16="http://schemas.microsoft.com/office/drawing/2014/main" id="{D1AB4DE5-9C55-4F4B-B459-11CAF7258D0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00600" y="4467225"/>
            <a:ext cx="2143125" cy="1066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B05FFC2-99BA-4389-906E-88DD3ADBF1C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07089" y="6168437"/>
            <a:ext cx="1533525" cy="138112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logo with a circle and a circle with white stripes&#10;&#10;Description automatically generated">
            <a:extLst>
              <a:ext uri="{FF2B5EF4-FFF2-40B4-BE49-F238E27FC236}">
                <a16:creationId xmlns:a16="http://schemas.microsoft.com/office/drawing/2014/main" id="{513DA1E4-357A-4134-5BEE-A86A45BDC36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178524" y="3590404"/>
            <a:ext cx="3508561" cy="2506115"/>
          </a:xfrm>
          <a:prstGeom prst="rect">
            <a:avLst/>
          </a:prstGeom>
        </p:spPr>
      </p:pic>
      <p:pic>
        <p:nvPicPr>
          <p:cNvPr id="17" name="Picture 16" descr="A logo of a company&#10;&#10;Description automatically generated">
            <a:extLst>
              <a:ext uri="{FF2B5EF4-FFF2-40B4-BE49-F238E27FC236}">
                <a16:creationId xmlns:a16="http://schemas.microsoft.com/office/drawing/2014/main" id="{4044AAFC-39E7-A16F-578F-A75D566838B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915520" y="6006019"/>
            <a:ext cx="1390740" cy="1708961"/>
          </a:xfrm>
          <a:prstGeom prst="rect">
            <a:avLst/>
          </a:prstGeom>
        </p:spPr>
      </p:pic>
      <p:pic>
        <p:nvPicPr>
          <p:cNvPr id="21" name="Picture 20" descr="A blue logo with text&#10;&#10;Description automatically generated">
            <a:extLst>
              <a:ext uri="{FF2B5EF4-FFF2-40B4-BE49-F238E27FC236}">
                <a16:creationId xmlns:a16="http://schemas.microsoft.com/office/drawing/2014/main" id="{9BFDB9EA-6185-34BE-FECD-8A119CC9D0F1}"/>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747903" y="3926494"/>
            <a:ext cx="3260327" cy="1833934"/>
          </a:xfrm>
          <a:prstGeom prst="rect">
            <a:avLst/>
          </a:prstGeom>
        </p:spPr>
      </p:pic>
    </p:spTree>
    <p:extLst>
      <p:ext uri="{BB962C8B-B14F-4D97-AF65-F5344CB8AC3E}">
        <p14:creationId xmlns:p14="http://schemas.microsoft.com/office/powerpoint/2010/main" val="5356860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6" name="Group 6"/>
          <p:cNvGrpSpPr/>
          <p:nvPr/>
        </p:nvGrpSpPr>
        <p:grpSpPr>
          <a:xfrm rot="20115642">
            <a:off x="-2037237" y="-2881924"/>
            <a:ext cx="12558010" cy="19602094"/>
            <a:chOff x="0" y="0"/>
            <a:chExt cx="3042735" cy="1344760"/>
          </a:xfrm>
        </p:grpSpPr>
        <p:sp>
          <p:nvSpPr>
            <p:cNvPr id="7" name="Freeform 7"/>
            <p:cNvSpPr/>
            <p:nvPr/>
          </p:nvSpPr>
          <p:spPr>
            <a:xfrm>
              <a:off x="0" y="0"/>
              <a:ext cx="3042735" cy="1344760"/>
            </a:xfrm>
            <a:custGeom>
              <a:avLst/>
              <a:gdLst/>
              <a:ahLst/>
              <a:cxnLst/>
              <a:rect l="l" t="t" r="r" b="b"/>
              <a:pathLst>
                <a:path w="3042735" h="1344760">
                  <a:moveTo>
                    <a:pt x="0" y="0"/>
                  </a:moveTo>
                  <a:lnTo>
                    <a:pt x="3042735" y="0"/>
                  </a:lnTo>
                  <a:lnTo>
                    <a:pt x="3042735" y="1344760"/>
                  </a:lnTo>
                  <a:lnTo>
                    <a:pt x="0" y="1344760"/>
                  </a:lnTo>
                  <a:close/>
                </a:path>
              </a:pathLst>
            </a:custGeom>
            <a:solidFill>
              <a:srgbClr val="335388"/>
            </a:solidFill>
            <a:ln cap="sq">
              <a:noFill/>
              <a:prstDash val="solid"/>
              <a:miter/>
            </a:ln>
          </p:spPr>
          <p:txBody>
            <a:bodyPr/>
            <a:lstStyle/>
            <a:p>
              <a:endParaRPr lang="en-US" dirty="0"/>
            </a:p>
          </p:txBody>
        </p:sp>
        <p:sp>
          <p:nvSpPr>
            <p:cNvPr id="8" name="TextBox 8"/>
            <p:cNvSpPr txBox="1"/>
            <p:nvPr/>
          </p:nvSpPr>
          <p:spPr>
            <a:xfrm>
              <a:off x="0" y="-38100"/>
              <a:ext cx="3042735" cy="138286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5" name="TextBox 9">
            <a:extLst>
              <a:ext uri="{FF2B5EF4-FFF2-40B4-BE49-F238E27FC236}">
                <a16:creationId xmlns:a16="http://schemas.microsoft.com/office/drawing/2014/main" id="{4A9D5671-C23A-48EC-9273-DFE1D16D4BF0}"/>
              </a:ext>
            </a:extLst>
          </p:cNvPr>
          <p:cNvSpPr txBox="1"/>
          <p:nvPr/>
        </p:nvSpPr>
        <p:spPr>
          <a:xfrm>
            <a:off x="366636" y="700166"/>
            <a:ext cx="7517848" cy="982513"/>
          </a:xfrm>
          <a:prstGeom prst="rect">
            <a:avLst/>
          </a:prstGeom>
        </p:spPr>
        <p:txBody>
          <a:bodyPr wrap="square" lIns="0" tIns="0" rIns="0" bIns="0" rtlCol="0" anchor="t">
            <a:spAutoFit/>
          </a:bodyPr>
          <a:lstStyle/>
          <a:p>
            <a:pPr marL="0" lvl="0" indent="0" algn="ctr">
              <a:lnSpc>
                <a:spcPts val="8195"/>
              </a:lnSpc>
              <a:spcBef>
                <a:spcPct val="0"/>
              </a:spcBef>
            </a:pPr>
            <a:r>
              <a:rPr lang="en-US" sz="5854" dirty="0" err="1">
                <a:solidFill>
                  <a:srgbClr val="FDFDFD"/>
                </a:solidFill>
                <a:latin typeface="Open Sans Extra Bold"/>
              </a:rPr>
              <a:t>Yêu</a:t>
            </a:r>
            <a:r>
              <a:rPr lang="en-US" sz="5854" dirty="0">
                <a:solidFill>
                  <a:srgbClr val="FDFDFD"/>
                </a:solidFill>
                <a:latin typeface="Open Sans Extra Bold"/>
              </a:rPr>
              <a:t> </a:t>
            </a:r>
            <a:r>
              <a:rPr lang="en-US" sz="5854" dirty="0" err="1">
                <a:solidFill>
                  <a:srgbClr val="FDFDFD"/>
                </a:solidFill>
                <a:latin typeface="Open Sans Extra Bold"/>
              </a:rPr>
              <a:t>cầu</a:t>
            </a:r>
            <a:r>
              <a:rPr lang="en-US" sz="5854" dirty="0">
                <a:solidFill>
                  <a:srgbClr val="FDFDFD"/>
                </a:solidFill>
                <a:latin typeface="Open Sans Extra Bold"/>
              </a:rPr>
              <a:t> </a:t>
            </a:r>
            <a:r>
              <a:rPr lang="en-US" sz="5854" dirty="0" err="1">
                <a:solidFill>
                  <a:srgbClr val="FDFDFD"/>
                </a:solidFill>
                <a:latin typeface="Open Sans Extra Bold"/>
              </a:rPr>
              <a:t>chức</a:t>
            </a:r>
            <a:r>
              <a:rPr lang="en-US" sz="5854" dirty="0">
                <a:solidFill>
                  <a:srgbClr val="FDFDFD"/>
                </a:solidFill>
                <a:latin typeface="Open Sans Extra Bold"/>
              </a:rPr>
              <a:t> </a:t>
            </a:r>
            <a:r>
              <a:rPr lang="en-US" sz="5854" dirty="0" err="1">
                <a:solidFill>
                  <a:srgbClr val="FDFDFD"/>
                </a:solidFill>
                <a:latin typeface="Open Sans Extra Bold"/>
              </a:rPr>
              <a:t>năng</a:t>
            </a:r>
            <a:endParaRPr lang="en-US" sz="5854" dirty="0">
              <a:solidFill>
                <a:srgbClr val="FDFDFD"/>
              </a:solidFill>
              <a:latin typeface="Open Sans Extra Bold"/>
            </a:endParaRPr>
          </a:p>
        </p:txBody>
      </p:sp>
      <p:sp>
        <p:nvSpPr>
          <p:cNvPr id="2" name="TextBox 10">
            <a:extLst>
              <a:ext uri="{FF2B5EF4-FFF2-40B4-BE49-F238E27FC236}">
                <a16:creationId xmlns:a16="http://schemas.microsoft.com/office/drawing/2014/main" id="{3AE96D7C-77A1-DED0-D13C-C46F323CFBE2}"/>
              </a:ext>
            </a:extLst>
          </p:cNvPr>
          <p:cNvSpPr txBox="1"/>
          <p:nvPr/>
        </p:nvSpPr>
        <p:spPr>
          <a:xfrm>
            <a:off x="1251398" y="3567651"/>
            <a:ext cx="7892602" cy="3151697"/>
          </a:xfrm>
          <a:prstGeom prst="rect">
            <a:avLst/>
          </a:prstGeom>
        </p:spPr>
        <p:txBody>
          <a:bodyPr wrap="square" lIns="0" tIns="0" rIns="0" bIns="0" rtlCol="0" anchor="t">
            <a:spAutoFit/>
          </a:bodyPr>
          <a:lstStyle/>
          <a:p>
            <a:pPr marL="457200" indent="-457200" algn="just">
              <a:lnSpc>
                <a:spcPct val="150000"/>
              </a:lnSpc>
              <a:spcBef>
                <a:spcPct val="0"/>
              </a:spcBef>
              <a:buFont typeface="Wingdings" panose="05000000000000000000" pitchFamily="2" charset="2"/>
              <a:buChar char="Ø"/>
            </a:pPr>
            <a:r>
              <a:rPr lang="vi-VN" sz="2800" spc="-46" noProof="1">
                <a:solidFill>
                  <a:srgbClr val="FDFDFD"/>
                </a:solidFill>
                <a:latin typeface="Cambria Math" panose="02040503050406030204" pitchFamily="18" charset="0"/>
                <a:ea typeface="Cambria Math" panose="02040503050406030204" pitchFamily="18" charset="0"/>
              </a:rPr>
              <a:t>Quản lý thông tin cá nhân</a:t>
            </a:r>
          </a:p>
          <a:p>
            <a:pPr marL="457200" indent="-457200" algn="just">
              <a:lnSpc>
                <a:spcPct val="150000"/>
              </a:lnSpc>
              <a:spcBef>
                <a:spcPct val="0"/>
              </a:spcBef>
              <a:buFont typeface="Wingdings" panose="05000000000000000000" pitchFamily="2" charset="2"/>
              <a:buChar char="Ø"/>
            </a:pPr>
            <a:r>
              <a:rPr lang="vi-VN" sz="2800" spc="-46" noProof="1">
                <a:solidFill>
                  <a:srgbClr val="FDFDFD"/>
                </a:solidFill>
                <a:latin typeface="Cambria Math" panose="02040503050406030204" pitchFamily="18" charset="0"/>
                <a:ea typeface="Cambria Math" panose="02040503050406030204" pitchFamily="18" charset="0"/>
              </a:rPr>
              <a:t>Quản lý bài viết cá nhân</a:t>
            </a:r>
          </a:p>
          <a:p>
            <a:pPr marL="457200" indent="-457200" algn="just">
              <a:lnSpc>
                <a:spcPct val="150000"/>
              </a:lnSpc>
              <a:spcBef>
                <a:spcPct val="0"/>
              </a:spcBef>
              <a:buFont typeface="Wingdings" panose="05000000000000000000" pitchFamily="2" charset="2"/>
              <a:buChar char="Ø"/>
            </a:pPr>
            <a:r>
              <a:rPr lang="vi-VN" sz="2800" spc="-46" noProof="1">
                <a:solidFill>
                  <a:srgbClr val="FDFDFD"/>
                </a:solidFill>
                <a:latin typeface="Cambria Math" panose="02040503050406030204" pitchFamily="18" charset="0"/>
                <a:ea typeface="Cambria Math" panose="02040503050406030204" pitchFamily="18" charset="0"/>
              </a:rPr>
              <a:t>Quản lý người dùng</a:t>
            </a:r>
          </a:p>
          <a:p>
            <a:pPr marL="457200" indent="-457200" algn="just">
              <a:lnSpc>
                <a:spcPct val="150000"/>
              </a:lnSpc>
              <a:spcBef>
                <a:spcPct val="0"/>
              </a:spcBef>
              <a:buFont typeface="Wingdings" panose="05000000000000000000" pitchFamily="2" charset="2"/>
              <a:buChar char="Ø"/>
            </a:pPr>
            <a:r>
              <a:rPr lang="vi-VN" sz="2800" spc="-46" noProof="1">
                <a:solidFill>
                  <a:srgbClr val="FDFDFD"/>
                </a:solidFill>
                <a:latin typeface="Cambria Math" panose="02040503050406030204" pitchFamily="18" charset="0"/>
                <a:ea typeface="Cambria Math" panose="02040503050406030204" pitchFamily="18" charset="0"/>
              </a:rPr>
              <a:t>Quản lý bài viết người dùng</a:t>
            </a:r>
            <a:endParaRPr lang="en-US" sz="2800" spc="-46" noProof="1">
              <a:solidFill>
                <a:srgbClr val="FDFDFD"/>
              </a:solidFill>
              <a:latin typeface="Cambria Math" panose="02040503050406030204" pitchFamily="18" charset="0"/>
              <a:ea typeface="Cambria Math" panose="02040503050406030204" pitchFamily="18" charset="0"/>
            </a:endParaRPr>
          </a:p>
          <a:p>
            <a:pPr marL="457200" indent="-457200" algn="just">
              <a:lnSpc>
                <a:spcPct val="150000"/>
              </a:lnSpc>
              <a:spcBef>
                <a:spcPct val="0"/>
              </a:spcBef>
              <a:buFont typeface="Wingdings" panose="05000000000000000000" pitchFamily="2" charset="2"/>
              <a:buChar char="Ø"/>
            </a:pPr>
            <a:r>
              <a:rPr lang="en-US" sz="2800" spc="-46" noProof="1">
                <a:solidFill>
                  <a:srgbClr val="FDFDFD"/>
                </a:solidFill>
                <a:latin typeface="Cambria Math" panose="02040503050406030204" pitchFamily="18" charset="0"/>
                <a:ea typeface="Cambria Math" panose="02040503050406030204" pitchFamily="18" charset="0"/>
              </a:rPr>
              <a:t>Xem và bình luận/trả lời bài đăng khác</a:t>
            </a:r>
            <a:endParaRPr lang="vi-VN" sz="2800" spc="-46" noProof="1">
              <a:solidFill>
                <a:srgbClr val="FDFDFD"/>
              </a:solidFill>
              <a:latin typeface="Cambria Math" panose="02040503050406030204" pitchFamily="18" charset="0"/>
              <a:ea typeface="Cambria Math" panose="02040503050406030204" pitchFamily="18" charset="0"/>
            </a:endParaRPr>
          </a:p>
        </p:txBody>
      </p:sp>
      <p:sp>
        <p:nvSpPr>
          <p:cNvPr id="3" name="TextBox 9">
            <a:extLst>
              <a:ext uri="{FF2B5EF4-FFF2-40B4-BE49-F238E27FC236}">
                <a16:creationId xmlns:a16="http://schemas.microsoft.com/office/drawing/2014/main" id="{6CBE0196-64B8-48CB-6FD0-C8DB62841F6C}"/>
              </a:ext>
            </a:extLst>
          </p:cNvPr>
          <p:cNvSpPr txBox="1"/>
          <p:nvPr/>
        </p:nvSpPr>
        <p:spPr>
          <a:xfrm>
            <a:off x="8965012" y="700166"/>
            <a:ext cx="8956352" cy="982513"/>
          </a:xfrm>
          <a:prstGeom prst="rect">
            <a:avLst/>
          </a:prstGeom>
        </p:spPr>
        <p:txBody>
          <a:bodyPr wrap="square" lIns="0" tIns="0" rIns="0" bIns="0" rtlCol="0" anchor="t">
            <a:spAutoFit/>
          </a:bodyPr>
          <a:lstStyle/>
          <a:p>
            <a:pPr marL="0" lvl="0" indent="0" algn="ctr">
              <a:lnSpc>
                <a:spcPts val="8195"/>
              </a:lnSpc>
              <a:spcBef>
                <a:spcPct val="0"/>
              </a:spcBef>
            </a:pPr>
            <a:r>
              <a:rPr lang="en-US" sz="5854" dirty="0" err="1">
                <a:solidFill>
                  <a:srgbClr val="335388"/>
                </a:solidFill>
                <a:latin typeface="Open Sans Extra Bold"/>
              </a:rPr>
              <a:t>Yêu</a:t>
            </a:r>
            <a:r>
              <a:rPr lang="en-US" sz="5854" dirty="0">
                <a:solidFill>
                  <a:srgbClr val="335388"/>
                </a:solidFill>
                <a:latin typeface="Open Sans Extra Bold"/>
              </a:rPr>
              <a:t> </a:t>
            </a:r>
            <a:r>
              <a:rPr lang="en-US" sz="5854" dirty="0" err="1">
                <a:solidFill>
                  <a:srgbClr val="335388"/>
                </a:solidFill>
                <a:latin typeface="Open Sans Extra Bold"/>
              </a:rPr>
              <a:t>cầu</a:t>
            </a:r>
            <a:r>
              <a:rPr lang="en-US" sz="5854" dirty="0">
                <a:solidFill>
                  <a:srgbClr val="335388"/>
                </a:solidFill>
                <a:latin typeface="Open Sans Extra Bold"/>
              </a:rPr>
              <a:t> phi </a:t>
            </a:r>
            <a:r>
              <a:rPr lang="en-US" sz="5854" dirty="0" err="1">
                <a:solidFill>
                  <a:srgbClr val="335388"/>
                </a:solidFill>
                <a:latin typeface="Open Sans Extra Bold"/>
              </a:rPr>
              <a:t>chức</a:t>
            </a:r>
            <a:r>
              <a:rPr lang="en-US" sz="5854" dirty="0">
                <a:solidFill>
                  <a:srgbClr val="335388"/>
                </a:solidFill>
                <a:latin typeface="Open Sans Extra Bold"/>
              </a:rPr>
              <a:t> </a:t>
            </a:r>
            <a:r>
              <a:rPr lang="en-US" sz="5854" dirty="0" err="1">
                <a:solidFill>
                  <a:srgbClr val="335388"/>
                </a:solidFill>
                <a:latin typeface="Open Sans Extra Bold"/>
              </a:rPr>
              <a:t>năng</a:t>
            </a:r>
            <a:endParaRPr lang="en-US" sz="5854" dirty="0">
              <a:solidFill>
                <a:srgbClr val="335388"/>
              </a:solidFill>
              <a:latin typeface="Open Sans Extra Bold"/>
            </a:endParaRPr>
          </a:p>
        </p:txBody>
      </p:sp>
      <p:sp>
        <p:nvSpPr>
          <p:cNvPr id="10" name="TextBox 10">
            <a:extLst>
              <a:ext uri="{FF2B5EF4-FFF2-40B4-BE49-F238E27FC236}">
                <a16:creationId xmlns:a16="http://schemas.microsoft.com/office/drawing/2014/main" id="{C8D07511-61A6-3F60-A3B3-9E95FCFFBA82}"/>
              </a:ext>
            </a:extLst>
          </p:cNvPr>
          <p:cNvSpPr txBox="1"/>
          <p:nvPr/>
        </p:nvSpPr>
        <p:spPr>
          <a:xfrm>
            <a:off x="11429382" y="4213981"/>
            <a:ext cx="5607220" cy="1859035"/>
          </a:xfrm>
          <a:prstGeom prst="rect">
            <a:avLst/>
          </a:prstGeom>
        </p:spPr>
        <p:txBody>
          <a:bodyPr wrap="square" lIns="0" tIns="0" rIns="0" bIns="0" rtlCol="0" anchor="t">
            <a:spAutoFit/>
          </a:bodyPr>
          <a:lstStyle/>
          <a:p>
            <a:pPr marL="457200" indent="-457200" algn="just">
              <a:lnSpc>
                <a:spcPct val="150000"/>
              </a:lnSpc>
              <a:spcBef>
                <a:spcPct val="0"/>
              </a:spcBef>
              <a:buFont typeface="Wingdings" panose="05000000000000000000" pitchFamily="2" charset="2"/>
              <a:buChar char="Ø"/>
            </a:pPr>
            <a:r>
              <a:rPr lang="en-US" sz="2800" spc="-46" noProof="1">
                <a:solidFill>
                  <a:srgbClr val="335388"/>
                </a:solidFill>
                <a:latin typeface="Cambria Math" panose="02040503050406030204" pitchFamily="18" charset="0"/>
                <a:ea typeface="Cambria Math" panose="02040503050406030204" pitchFamily="18" charset="0"/>
              </a:rPr>
              <a:t>Giao diện thân thiện</a:t>
            </a:r>
            <a:endParaRPr lang="vi-VN" sz="2800" spc="-46" noProof="1">
              <a:solidFill>
                <a:srgbClr val="335388"/>
              </a:solidFill>
              <a:latin typeface="Cambria Math" panose="02040503050406030204" pitchFamily="18" charset="0"/>
              <a:ea typeface="Cambria Math" panose="02040503050406030204" pitchFamily="18" charset="0"/>
            </a:endParaRPr>
          </a:p>
          <a:p>
            <a:pPr marL="457200" indent="-457200" algn="just">
              <a:lnSpc>
                <a:spcPct val="150000"/>
              </a:lnSpc>
              <a:spcBef>
                <a:spcPct val="0"/>
              </a:spcBef>
              <a:buFont typeface="Wingdings" panose="05000000000000000000" pitchFamily="2" charset="2"/>
              <a:buChar char="Ø"/>
            </a:pPr>
            <a:r>
              <a:rPr lang="en-US" sz="2800" spc="-46" noProof="1">
                <a:solidFill>
                  <a:srgbClr val="335388"/>
                </a:solidFill>
                <a:latin typeface="Cambria Math" panose="02040503050406030204" pitchFamily="18" charset="0"/>
                <a:ea typeface="Cambria Math" panose="02040503050406030204" pitchFamily="18" charset="0"/>
              </a:rPr>
              <a:t>Đảm bảo tính dễ sử dụng</a:t>
            </a:r>
            <a:endParaRPr lang="vi-VN" sz="2800" spc="-46" noProof="1">
              <a:solidFill>
                <a:srgbClr val="335388"/>
              </a:solidFill>
              <a:latin typeface="Cambria Math" panose="02040503050406030204" pitchFamily="18" charset="0"/>
              <a:ea typeface="Cambria Math" panose="02040503050406030204" pitchFamily="18" charset="0"/>
            </a:endParaRPr>
          </a:p>
          <a:p>
            <a:pPr marL="457200" indent="-457200" algn="just">
              <a:lnSpc>
                <a:spcPct val="150000"/>
              </a:lnSpc>
              <a:spcBef>
                <a:spcPct val="0"/>
              </a:spcBef>
              <a:buFont typeface="Wingdings" panose="05000000000000000000" pitchFamily="2" charset="2"/>
              <a:buChar char="Ø"/>
            </a:pPr>
            <a:r>
              <a:rPr lang="en-US" sz="2800" spc="-46" noProof="1">
                <a:solidFill>
                  <a:srgbClr val="335388"/>
                </a:solidFill>
                <a:latin typeface="Cambria Math" panose="02040503050406030204" pitchFamily="18" charset="0"/>
                <a:ea typeface="Cambria Math" panose="02040503050406030204" pitchFamily="18" charset="0"/>
              </a:rPr>
              <a:t>Bảo mật thông tin </a:t>
            </a:r>
            <a:r>
              <a:rPr lang="vi-VN" sz="2800" spc="-46" noProof="1">
                <a:solidFill>
                  <a:srgbClr val="335388"/>
                </a:solidFill>
                <a:latin typeface="Cambria Math" panose="02040503050406030204" pitchFamily="18" charset="0"/>
                <a:ea typeface="Cambria Math" panose="02040503050406030204" pitchFamily="18" charset="0"/>
              </a:rPr>
              <a:t>người dùng</a:t>
            </a:r>
          </a:p>
        </p:txBody>
      </p:sp>
    </p:spTree>
    <p:extLst>
      <p:ext uri="{BB962C8B-B14F-4D97-AF65-F5344CB8AC3E}">
        <p14:creationId xmlns:p14="http://schemas.microsoft.com/office/powerpoint/2010/main" val="9575523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123887" y="-2346523"/>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335388"/>
              </a:solidFill>
              <a:prstDash val="solid"/>
              <a:miter/>
            </a:ln>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239603" y="1122782"/>
            <a:ext cx="7019697" cy="10556306"/>
            <a:chOff x="0" y="0"/>
            <a:chExt cx="660400" cy="993118"/>
          </a:xfrm>
        </p:grpSpPr>
        <p:sp>
          <p:nvSpPr>
            <p:cNvPr id="6" name="Freeform 6"/>
            <p:cNvSpPr/>
            <p:nvPr/>
          </p:nvSpPr>
          <p:spPr>
            <a:xfrm>
              <a:off x="0" y="0"/>
              <a:ext cx="660400" cy="993118"/>
            </a:xfrm>
            <a:custGeom>
              <a:avLst/>
              <a:gdLst/>
              <a:ahLst/>
              <a:cxnLst/>
              <a:rect l="l" t="t" r="r" b="b"/>
              <a:pathLst>
                <a:path w="660400" h="993118">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507"/>
                  </a:cubicBezTo>
                  <a:lnTo>
                    <a:pt x="660400" y="993118"/>
                  </a:lnTo>
                  <a:lnTo>
                    <a:pt x="0" y="993118"/>
                  </a:lnTo>
                  <a:lnTo>
                    <a:pt x="0" y="332998"/>
                  </a:lnTo>
                  <a:cubicBezTo>
                    <a:pt x="1782" y="185660"/>
                    <a:pt x="93019" y="64045"/>
                    <a:pt x="220252" y="19070"/>
                  </a:cubicBezTo>
                  <a:close/>
                </a:path>
              </a:pathLst>
            </a:custGeom>
            <a:solidFill>
              <a:srgbClr val="335388"/>
            </a:solidFill>
          </p:spPr>
          <p:txBody>
            <a:bodyPr/>
            <a:lstStyle/>
            <a:p>
              <a:endParaRPr lang="en-US"/>
            </a:p>
          </p:txBody>
        </p:sp>
        <p:sp>
          <p:nvSpPr>
            <p:cNvPr id="7" name="TextBox 7"/>
            <p:cNvSpPr txBox="1"/>
            <p:nvPr/>
          </p:nvSpPr>
          <p:spPr>
            <a:xfrm>
              <a:off x="0" y="88900"/>
              <a:ext cx="660400" cy="90421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a:grpSpLocks noChangeAspect="1"/>
          </p:cNvGrpSpPr>
          <p:nvPr/>
        </p:nvGrpSpPr>
        <p:grpSpPr>
          <a:xfrm>
            <a:off x="10614313" y="1459818"/>
            <a:ext cx="6270276" cy="6270276"/>
            <a:chOff x="0" y="0"/>
            <a:chExt cx="8916670" cy="8916670"/>
          </a:xfrm>
        </p:grpSpPr>
        <p:sp>
          <p:nvSpPr>
            <p:cNvPr id="9" name="Freeform 9"/>
            <p:cNvSpPr/>
            <p:nvPr/>
          </p:nvSpPr>
          <p:spPr>
            <a:xfrm>
              <a:off x="6350" y="6350"/>
              <a:ext cx="8903970" cy="8903970"/>
            </a:xfrm>
            <a:custGeom>
              <a:avLst/>
              <a:gdLst/>
              <a:ahLst/>
              <a:cxnLst/>
              <a:rect l="l" t="t" r="r" b="b"/>
              <a:pathLst>
                <a:path w="8903970" h="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path>
              </a:pathLst>
            </a:custGeom>
            <a:solidFill>
              <a:srgbClr val="FFFFFF"/>
            </a:solidFill>
          </p:spPr>
          <p:txBody>
            <a:bodyPr/>
            <a:lstStyle/>
            <a:p>
              <a:endParaRPr lang="en-US"/>
            </a:p>
          </p:txBody>
        </p:sp>
        <p:sp>
          <p:nvSpPr>
            <p:cNvPr id="10" name="Freeform 10"/>
            <p:cNvSpPr/>
            <p:nvPr/>
          </p:nvSpPr>
          <p:spPr>
            <a:xfrm>
              <a:off x="154940" y="154940"/>
              <a:ext cx="8605520" cy="8605520"/>
            </a:xfrm>
            <a:custGeom>
              <a:avLst/>
              <a:gdLst/>
              <a:ahLst/>
              <a:cxnLst/>
              <a:rect l="l" t="t" r="r" b="b"/>
              <a:pathLst>
                <a:path w="8605520" h="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a:blip r:embed="rId2"/>
              <a:stretch>
                <a:fillRect l="-25046" r="-25046"/>
              </a:stretch>
            </a:blipFill>
          </p:spPr>
          <p:txBody>
            <a:bodyPr/>
            <a:lstStyle/>
            <a:p>
              <a:endParaRPr lang="en-US"/>
            </a:p>
          </p:txBody>
        </p:sp>
      </p:grpSp>
      <p:sp>
        <p:nvSpPr>
          <p:cNvPr id="11" name="TextBox 11"/>
          <p:cNvSpPr txBox="1"/>
          <p:nvPr/>
        </p:nvSpPr>
        <p:spPr>
          <a:xfrm>
            <a:off x="1518345" y="3122239"/>
            <a:ext cx="8414772" cy="2851911"/>
          </a:xfrm>
          <a:prstGeom prst="rect">
            <a:avLst/>
          </a:prstGeom>
        </p:spPr>
        <p:txBody>
          <a:bodyPr lIns="0" tIns="0" rIns="0" bIns="0" rtlCol="0" anchor="t">
            <a:spAutoFit/>
          </a:bodyPr>
          <a:lstStyle/>
          <a:p>
            <a:pPr marL="0" lvl="0" indent="0" algn="l">
              <a:lnSpc>
                <a:spcPts val="2843"/>
              </a:lnSpc>
              <a:spcBef>
                <a:spcPct val="0"/>
              </a:spcBef>
            </a:pPr>
            <a:r>
              <a:rPr lang="en-US" sz="2030" u="none" strike="noStrike" spc="-40">
                <a:solidFill>
                  <a:srgbClr val="051D40"/>
                </a:solidFill>
                <a:latin typeface="Poppins"/>
              </a:rPr>
              <a:t>Lorem ipsum dolor sit </a:t>
            </a:r>
            <a:r>
              <a:rPr lang="en-US" sz="2030" u="none" strike="noStrike" spc="-40" err="1">
                <a:solidFill>
                  <a:srgbClr val="051D40"/>
                </a:solidFill>
                <a:latin typeface="Poppins"/>
              </a:rPr>
              <a:t>amet</a:t>
            </a:r>
            <a:r>
              <a:rPr lang="en-US" sz="2030" u="none" strike="noStrike" spc="-40">
                <a:solidFill>
                  <a:srgbClr val="051D40"/>
                </a:solidFill>
                <a:latin typeface="Poppins"/>
              </a:rPr>
              <a:t>, </a:t>
            </a:r>
            <a:r>
              <a:rPr lang="en-US" sz="2030" u="none" strike="noStrike" spc="-40" err="1">
                <a:solidFill>
                  <a:srgbClr val="051D40"/>
                </a:solidFill>
                <a:latin typeface="Poppins"/>
              </a:rPr>
              <a:t>consectetur</a:t>
            </a:r>
            <a:r>
              <a:rPr lang="en-US" sz="2030" u="none" strike="noStrike" spc="-40">
                <a:solidFill>
                  <a:srgbClr val="051D40"/>
                </a:solidFill>
                <a:latin typeface="Poppins"/>
              </a:rPr>
              <a:t> </a:t>
            </a:r>
            <a:r>
              <a:rPr lang="en-US" sz="2030" u="none" strike="noStrike" spc="-40" err="1">
                <a:solidFill>
                  <a:srgbClr val="051D40"/>
                </a:solidFill>
                <a:latin typeface="Poppins"/>
              </a:rPr>
              <a:t>adipiscing</a:t>
            </a:r>
            <a:r>
              <a:rPr lang="en-US" sz="2030" u="none" strike="noStrike" spc="-40">
                <a:solidFill>
                  <a:srgbClr val="051D40"/>
                </a:solidFill>
                <a:latin typeface="Poppins"/>
              </a:rPr>
              <a:t> </a:t>
            </a:r>
            <a:r>
              <a:rPr lang="en-US" sz="2030" u="none" strike="noStrike" spc="-40" err="1">
                <a:solidFill>
                  <a:srgbClr val="051D40"/>
                </a:solidFill>
                <a:latin typeface="Poppins"/>
              </a:rPr>
              <a:t>elit</a:t>
            </a:r>
            <a:r>
              <a:rPr lang="en-US" sz="2030" u="none" strike="noStrike" spc="-40">
                <a:solidFill>
                  <a:srgbClr val="051D40"/>
                </a:solidFill>
                <a:latin typeface="Poppins"/>
              </a:rPr>
              <a:t>. </a:t>
            </a:r>
            <a:r>
              <a:rPr lang="en-US" sz="2030" u="none" strike="noStrike" spc="-40" err="1">
                <a:solidFill>
                  <a:srgbClr val="051D40"/>
                </a:solidFill>
                <a:latin typeface="Poppins"/>
              </a:rPr>
              <a:t>Nullam</a:t>
            </a:r>
            <a:r>
              <a:rPr lang="en-US" sz="2030" u="none" strike="noStrike" spc="-40">
                <a:solidFill>
                  <a:srgbClr val="051D40"/>
                </a:solidFill>
                <a:latin typeface="Poppins"/>
              </a:rPr>
              <a:t> </a:t>
            </a:r>
            <a:r>
              <a:rPr lang="en-US" sz="2030" u="none" strike="noStrike" spc="-40" err="1">
                <a:solidFill>
                  <a:srgbClr val="051D40"/>
                </a:solidFill>
                <a:latin typeface="Poppins"/>
              </a:rPr>
              <a:t>laoreet</a:t>
            </a:r>
            <a:r>
              <a:rPr lang="en-US" sz="2030" u="none" strike="noStrike" spc="-40">
                <a:solidFill>
                  <a:srgbClr val="051D40"/>
                </a:solidFill>
                <a:latin typeface="Poppins"/>
              </a:rPr>
              <a:t> </a:t>
            </a:r>
            <a:r>
              <a:rPr lang="en-US" sz="2030" u="none" strike="noStrike" spc="-40" err="1">
                <a:solidFill>
                  <a:srgbClr val="051D40"/>
                </a:solidFill>
                <a:latin typeface="Poppins"/>
              </a:rPr>
              <a:t>risus</a:t>
            </a:r>
            <a:r>
              <a:rPr lang="en-US" sz="2030" u="none" strike="noStrike" spc="-40">
                <a:solidFill>
                  <a:srgbClr val="051D40"/>
                </a:solidFill>
                <a:latin typeface="Poppins"/>
              </a:rPr>
              <a:t> </a:t>
            </a:r>
            <a:r>
              <a:rPr lang="en-US" sz="2030" u="none" strike="noStrike" spc="-40" err="1">
                <a:solidFill>
                  <a:srgbClr val="051D40"/>
                </a:solidFill>
                <a:latin typeface="Poppins"/>
              </a:rPr>
              <a:t>fringilla</a:t>
            </a:r>
            <a:r>
              <a:rPr lang="en-US" sz="2030" u="none" strike="noStrike" spc="-40">
                <a:solidFill>
                  <a:srgbClr val="051D40"/>
                </a:solidFill>
                <a:latin typeface="Poppins"/>
              </a:rPr>
              <a:t>, </a:t>
            </a:r>
            <a:r>
              <a:rPr lang="en-US" sz="2030" u="none" strike="noStrike" spc="-40" err="1">
                <a:solidFill>
                  <a:srgbClr val="051D40"/>
                </a:solidFill>
                <a:latin typeface="Poppins"/>
              </a:rPr>
              <a:t>egestas</a:t>
            </a:r>
            <a:r>
              <a:rPr lang="en-US" sz="2030" u="none" strike="noStrike" spc="-40">
                <a:solidFill>
                  <a:srgbClr val="051D40"/>
                </a:solidFill>
                <a:latin typeface="Poppins"/>
              </a:rPr>
              <a:t> </a:t>
            </a:r>
            <a:r>
              <a:rPr lang="en-US" sz="2030" u="none" strike="noStrike" spc="-40" err="1">
                <a:solidFill>
                  <a:srgbClr val="051D40"/>
                </a:solidFill>
                <a:latin typeface="Poppins"/>
              </a:rPr>
              <a:t>elit</a:t>
            </a:r>
            <a:r>
              <a:rPr lang="en-US" sz="2030" u="none" strike="noStrike" spc="-40">
                <a:solidFill>
                  <a:srgbClr val="051D40"/>
                </a:solidFill>
                <a:latin typeface="Poppins"/>
              </a:rPr>
              <a:t> a, </a:t>
            </a:r>
            <a:r>
              <a:rPr lang="en-US" sz="2030" u="none" strike="noStrike" spc="-40" err="1">
                <a:solidFill>
                  <a:srgbClr val="051D40"/>
                </a:solidFill>
                <a:latin typeface="Poppins"/>
              </a:rPr>
              <a:t>consequat</a:t>
            </a:r>
            <a:r>
              <a:rPr lang="en-US" sz="2030" u="none" strike="noStrike" spc="-40">
                <a:solidFill>
                  <a:srgbClr val="051D40"/>
                </a:solidFill>
                <a:latin typeface="Poppins"/>
              </a:rPr>
              <a:t> </a:t>
            </a:r>
            <a:r>
              <a:rPr lang="en-US" sz="2030" u="none" strike="noStrike" spc="-40" err="1">
                <a:solidFill>
                  <a:srgbClr val="051D40"/>
                </a:solidFill>
                <a:latin typeface="Poppins"/>
              </a:rPr>
              <a:t>augue</a:t>
            </a:r>
            <a:r>
              <a:rPr lang="en-US" sz="2030" u="none" strike="noStrike" spc="-40">
                <a:solidFill>
                  <a:srgbClr val="051D40"/>
                </a:solidFill>
                <a:latin typeface="Poppins"/>
              </a:rPr>
              <a:t>. </a:t>
            </a:r>
            <a:r>
              <a:rPr lang="en-US" sz="2030" u="none" strike="noStrike" spc="-40" err="1">
                <a:solidFill>
                  <a:srgbClr val="051D40"/>
                </a:solidFill>
                <a:latin typeface="Poppins"/>
              </a:rPr>
              <a:t>Phasellus</a:t>
            </a:r>
            <a:r>
              <a:rPr lang="en-US" sz="2030" u="none" strike="noStrike" spc="-40">
                <a:solidFill>
                  <a:srgbClr val="051D40"/>
                </a:solidFill>
                <a:latin typeface="Poppins"/>
              </a:rPr>
              <a:t> </a:t>
            </a:r>
            <a:r>
              <a:rPr lang="en-US" sz="2030" u="none" strike="noStrike" spc="-40" err="1">
                <a:solidFill>
                  <a:srgbClr val="051D40"/>
                </a:solidFill>
                <a:latin typeface="Poppins"/>
              </a:rPr>
              <a:t>sollicitudin</a:t>
            </a:r>
            <a:r>
              <a:rPr lang="en-US" sz="2030" u="none" strike="noStrike" spc="-40">
                <a:solidFill>
                  <a:srgbClr val="051D40"/>
                </a:solidFill>
                <a:latin typeface="Poppins"/>
              </a:rPr>
              <a:t> </a:t>
            </a:r>
            <a:r>
              <a:rPr lang="en-US" sz="2030" u="none" strike="noStrike" spc="-40" err="1">
                <a:solidFill>
                  <a:srgbClr val="051D40"/>
                </a:solidFill>
                <a:latin typeface="Poppins"/>
              </a:rPr>
              <a:t>felis</a:t>
            </a:r>
            <a:r>
              <a:rPr lang="en-US" sz="2030" u="none" strike="noStrike" spc="-40">
                <a:solidFill>
                  <a:srgbClr val="051D40"/>
                </a:solidFill>
                <a:latin typeface="Poppins"/>
              </a:rPr>
              <a:t> mi, </a:t>
            </a:r>
            <a:r>
              <a:rPr lang="en-US" sz="2030" u="none" strike="noStrike" spc="-40" err="1">
                <a:solidFill>
                  <a:srgbClr val="051D40"/>
                </a:solidFill>
                <a:latin typeface="Poppins"/>
              </a:rPr>
              <a:t>quis</a:t>
            </a:r>
            <a:r>
              <a:rPr lang="en-US" sz="2030" u="none" strike="noStrike" spc="-40">
                <a:solidFill>
                  <a:srgbClr val="051D40"/>
                </a:solidFill>
                <a:latin typeface="Poppins"/>
              </a:rPr>
              <a:t> </a:t>
            </a:r>
            <a:r>
              <a:rPr lang="en-US" sz="2030" u="none" strike="noStrike" spc="-40" err="1">
                <a:solidFill>
                  <a:srgbClr val="051D40"/>
                </a:solidFill>
                <a:latin typeface="Poppins"/>
              </a:rPr>
              <a:t>egestas</a:t>
            </a:r>
            <a:r>
              <a:rPr lang="en-US" sz="2030" u="none" strike="noStrike" spc="-40">
                <a:solidFill>
                  <a:srgbClr val="051D40"/>
                </a:solidFill>
                <a:latin typeface="Poppins"/>
              </a:rPr>
              <a:t> ex </a:t>
            </a:r>
            <a:r>
              <a:rPr lang="en-US" sz="2030" u="none" strike="noStrike" spc="-40" err="1">
                <a:solidFill>
                  <a:srgbClr val="051D40"/>
                </a:solidFill>
                <a:latin typeface="Poppins"/>
              </a:rPr>
              <a:t>ornare</a:t>
            </a:r>
            <a:r>
              <a:rPr lang="en-US" sz="2030" u="none" strike="noStrike" spc="-40">
                <a:solidFill>
                  <a:srgbClr val="051D40"/>
                </a:solidFill>
                <a:latin typeface="Poppins"/>
              </a:rPr>
              <a:t> sed. </a:t>
            </a:r>
          </a:p>
          <a:p>
            <a:pPr marL="0" lvl="0" indent="0" algn="l">
              <a:lnSpc>
                <a:spcPts val="2843"/>
              </a:lnSpc>
              <a:spcBef>
                <a:spcPct val="0"/>
              </a:spcBef>
            </a:pPr>
            <a:endParaRPr lang="en-US" sz="2030" u="none" strike="noStrike" spc="-40">
              <a:solidFill>
                <a:srgbClr val="051D40"/>
              </a:solidFill>
              <a:latin typeface="Poppins"/>
            </a:endParaRPr>
          </a:p>
          <a:p>
            <a:pPr marL="0" lvl="0" indent="0" algn="l">
              <a:lnSpc>
                <a:spcPts val="2843"/>
              </a:lnSpc>
              <a:spcBef>
                <a:spcPct val="0"/>
              </a:spcBef>
            </a:pPr>
            <a:r>
              <a:rPr lang="en-US" sz="2030" u="none" strike="noStrike" spc="-40" err="1">
                <a:solidFill>
                  <a:srgbClr val="051D40"/>
                </a:solidFill>
                <a:latin typeface="Poppins"/>
              </a:rPr>
              <a:t>Praesent</a:t>
            </a:r>
            <a:r>
              <a:rPr lang="en-US" sz="2030" u="none" strike="noStrike" spc="-40">
                <a:solidFill>
                  <a:srgbClr val="051D40"/>
                </a:solidFill>
                <a:latin typeface="Poppins"/>
              </a:rPr>
              <a:t> vel </a:t>
            </a:r>
            <a:r>
              <a:rPr lang="en-US" sz="2030" u="none" strike="noStrike" spc="-40" err="1">
                <a:solidFill>
                  <a:srgbClr val="051D40"/>
                </a:solidFill>
                <a:latin typeface="Poppins"/>
              </a:rPr>
              <a:t>felis</a:t>
            </a:r>
            <a:r>
              <a:rPr lang="en-US" sz="2030" u="none" strike="noStrike" spc="-40">
                <a:solidFill>
                  <a:srgbClr val="051D40"/>
                </a:solidFill>
                <a:latin typeface="Poppins"/>
              </a:rPr>
              <a:t> </a:t>
            </a:r>
            <a:r>
              <a:rPr lang="en-US" sz="2030" u="none" strike="noStrike" spc="-40" err="1">
                <a:solidFill>
                  <a:srgbClr val="051D40"/>
                </a:solidFill>
                <a:latin typeface="Poppins"/>
              </a:rPr>
              <a:t>quis</a:t>
            </a:r>
            <a:r>
              <a:rPr lang="en-US" sz="2030" u="none" strike="noStrike" spc="-40">
                <a:solidFill>
                  <a:srgbClr val="051D40"/>
                </a:solidFill>
                <a:latin typeface="Poppins"/>
              </a:rPr>
              <a:t> mi pulvinar </a:t>
            </a:r>
            <a:r>
              <a:rPr lang="en-US" sz="2030" u="none" strike="noStrike" spc="-40" err="1">
                <a:solidFill>
                  <a:srgbClr val="051D40"/>
                </a:solidFill>
                <a:latin typeface="Poppins"/>
              </a:rPr>
              <a:t>sagittis</a:t>
            </a:r>
            <a:r>
              <a:rPr lang="en-US" sz="2030" u="none" strike="noStrike" spc="-40">
                <a:solidFill>
                  <a:srgbClr val="051D40"/>
                </a:solidFill>
                <a:latin typeface="Poppins"/>
              </a:rPr>
              <a:t>. </a:t>
            </a:r>
            <a:r>
              <a:rPr lang="en-US" sz="2030" u="none" strike="noStrike" spc="-40" err="1">
                <a:solidFill>
                  <a:srgbClr val="051D40"/>
                </a:solidFill>
                <a:latin typeface="Poppins"/>
              </a:rPr>
              <a:t>Pellentesque</a:t>
            </a:r>
            <a:r>
              <a:rPr lang="en-US" sz="2030" u="none" strike="noStrike" spc="-40">
                <a:solidFill>
                  <a:srgbClr val="051D40"/>
                </a:solidFill>
                <a:latin typeface="Poppins"/>
              </a:rPr>
              <a:t> </a:t>
            </a:r>
            <a:r>
              <a:rPr lang="en-US" sz="2030" u="none" strike="noStrike" spc="-40" err="1">
                <a:solidFill>
                  <a:srgbClr val="051D40"/>
                </a:solidFill>
                <a:latin typeface="Poppins"/>
              </a:rPr>
              <a:t>viverra</a:t>
            </a:r>
            <a:r>
              <a:rPr lang="en-US" sz="2030" u="none" strike="noStrike" spc="-40">
                <a:solidFill>
                  <a:srgbClr val="051D40"/>
                </a:solidFill>
                <a:latin typeface="Poppins"/>
              </a:rPr>
              <a:t> ipsum ante, in </a:t>
            </a:r>
            <a:r>
              <a:rPr lang="en-US" sz="2030" u="none" strike="noStrike" spc="-40" err="1">
                <a:solidFill>
                  <a:srgbClr val="051D40"/>
                </a:solidFill>
                <a:latin typeface="Poppins"/>
              </a:rPr>
              <a:t>congue</a:t>
            </a:r>
            <a:r>
              <a:rPr lang="en-US" sz="2030" u="none" strike="noStrike" spc="-40">
                <a:solidFill>
                  <a:srgbClr val="051D40"/>
                </a:solidFill>
                <a:latin typeface="Poppins"/>
              </a:rPr>
              <a:t> ante </a:t>
            </a:r>
            <a:r>
              <a:rPr lang="en-US" sz="2030" u="none" strike="noStrike" spc="-40" err="1">
                <a:solidFill>
                  <a:srgbClr val="051D40"/>
                </a:solidFill>
                <a:latin typeface="Poppins"/>
              </a:rPr>
              <a:t>eleifend</a:t>
            </a:r>
            <a:r>
              <a:rPr lang="en-US" sz="2030" u="none" strike="noStrike" spc="-40">
                <a:solidFill>
                  <a:srgbClr val="051D40"/>
                </a:solidFill>
                <a:latin typeface="Poppins"/>
              </a:rPr>
              <a:t> </a:t>
            </a:r>
            <a:r>
              <a:rPr lang="en-US" sz="2030" u="none" strike="noStrike" spc="-40" err="1">
                <a:solidFill>
                  <a:srgbClr val="051D40"/>
                </a:solidFill>
                <a:latin typeface="Poppins"/>
              </a:rPr>
              <a:t>eget</a:t>
            </a:r>
            <a:r>
              <a:rPr lang="en-US" sz="2030" u="none" strike="noStrike" spc="-40">
                <a:solidFill>
                  <a:srgbClr val="051D40"/>
                </a:solidFill>
                <a:latin typeface="Poppins"/>
              </a:rPr>
              <a:t>. Aenean </a:t>
            </a:r>
            <a:r>
              <a:rPr lang="en-US" sz="2030" u="none" strike="noStrike" spc="-40" err="1">
                <a:solidFill>
                  <a:srgbClr val="051D40"/>
                </a:solidFill>
                <a:latin typeface="Poppins"/>
              </a:rPr>
              <a:t>tortor</a:t>
            </a:r>
            <a:r>
              <a:rPr lang="en-US" sz="2030" u="none" strike="noStrike" spc="-40">
                <a:solidFill>
                  <a:srgbClr val="051D40"/>
                </a:solidFill>
                <a:latin typeface="Poppins"/>
              </a:rPr>
              <a:t> </a:t>
            </a:r>
            <a:r>
              <a:rPr lang="en-US" sz="2030" u="none" strike="noStrike" spc="-40" err="1">
                <a:solidFill>
                  <a:srgbClr val="051D40"/>
                </a:solidFill>
                <a:latin typeface="Poppins"/>
              </a:rPr>
              <a:t>tellus</a:t>
            </a:r>
            <a:r>
              <a:rPr lang="en-US" sz="2030" u="none" strike="noStrike" spc="-40">
                <a:solidFill>
                  <a:srgbClr val="051D40"/>
                </a:solidFill>
                <a:latin typeface="Poppins"/>
              </a:rPr>
              <a:t>, </a:t>
            </a:r>
            <a:r>
              <a:rPr lang="en-US" sz="2030" u="none" strike="noStrike" spc="-40" err="1">
                <a:solidFill>
                  <a:srgbClr val="051D40"/>
                </a:solidFill>
                <a:latin typeface="Poppins"/>
              </a:rPr>
              <a:t>efficitur</a:t>
            </a:r>
            <a:r>
              <a:rPr lang="en-US" sz="2030" u="none" strike="noStrike" spc="-40">
                <a:solidFill>
                  <a:srgbClr val="051D40"/>
                </a:solidFill>
                <a:latin typeface="Poppins"/>
              </a:rPr>
              <a:t> ac </a:t>
            </a:r>
            <a:r>
              <a:rPr lang="en-US" sz="2030" u="none" strike="noStrike" spc="-40" err="1">
                <a:solidFill>
                  <a:srgbClr val="051D40"/>
                </a:solidFill>
                <a:latin typeface="Poppins"/>
              </a:rPr>
              <a:t>rhoncus</a:t>
            </a:r>
            <a:r>
              <a:rPr lang="en-US" sz="2030" u="none" strike="noStrike" spc="-40">
                <a:solidFill>
                  <a:srgbClr val="051D40"/>
                </a:solidFill>
                <a:latin typeface="Poppins"/>
              </a:rPr>
              <a:t> et, </a:t>
            </a:r>
            <a:r>
              <a:rPr lang="en-US" sz="2030" u="none" strike="noStrike" spc="-40" err="1">
                <a:solidFill>
                  <a:srgbClr val="051D40"/>
                </a:solidFill>
                <a:latin typeface="Poppins"/>
              </a:rPr>
              <a:t>eleifend</a:t>
            </a:r>
            <a:r>
              <a:rPr lang="en-US" sz="2030" u="none" strike="noStrike" spc="-40">
                <a:solidFill>
                  <a:srgbClr val="051D40"/>
                </a:solidFill>
                <a:latin typeface="Poppins"/>
              </a:rPr>
              <a:t> sit </a:t>
            </a:r>
            <a:r>
              <a:rPr lang="en-US" sz="2030" u="none" strike="noStrike" spc="-40" err="1">
                <a:solidFill>
                  <a:srgbClr val="051D40"/>
                </a:solidFill>
                <a:latin typeface="Poppins"/>
              </a:rPr>
              <a:t>amet</a:t>
            </a:r>
            <a:r>
              <a:rPr lang="en-US" sz="2030" u="none" strike="noStrike" spc="-40">
                <a:solidFill>
                  <a:srgbClr val="051D40"/>
                </a:solidFill>
                <a:latin typeface="Poppins"/>
              </a:rPr>
              <a:t> mi. Sed </a:t>
            </a:r>
            <a:r>
              <a:rPr lang="en-US" sz="2030" u="none" strike="noStrike" spc="-40" err="1">
                <a:solidFill>
                  <a:srgbClr val="051D40"/>
                </a:solidFill>
                <a:latin typeface="Poppins"/>
              </a:rPr>
              <a:t>ut</a:t>
            </a:r>
            <a:r>
              <a:rPr lang="en-US" sz="2030" u="none" strike="noStrike" spc="-40">
                <a:solidFill>
                  <a:srgbClr val="051D40"/>
                </a:solidFill>
                <a:latin typeface="Poppins"/>
              </a:rPr>
              <a:t> </a:t>
            </a:r>
            <a:r>
              <a:rPr lang="en-US" sz="2030" u="none" strike="noStrike" spc="-40" err="1">
                <a:solidFill>
                  <a:srgbClr val="051D40"/>
                </a:solidFill>
                <a:latin typeface="Poppins"/>
              </a:rPr>
              <a:t>lectus</a:t>
            </a:r>
            <a:r>
              <a:rPr lang="en-US" sz="2030" u="none" strike="noStrike" spc="-40">
                <a:solidFill>
                  <a:srgbClr val="051D40"/>
                </a:solidFill>
                <a:latin typeface="Poppins"/>
              </a:rPr>
              <a:t> ac </a:t>
            </a:r>
            <a:r>
              <a:rPr lang="en-US" sz="2030" u="none" strike="noStrike" spc="-40" err="1">
                <a:solidFill>
                  <a:srgbClr val="051D40"/>
                </a:solidFill>
                <a:latin typeface="Poppins"/>
              </a:rPr>
              <a:t>nibh</a:t>
            </a:r>
            <a:r>
              <a:rPr lang="en-US" sz="2030" u="none" strike="noStrike" spc="-40">
                <a:solidFill>
                  <a:srgbClr val="051D40"/>
                </a:solidFill>
                <a:latin typeface="Poppins"/>
              </a:rPr>
              <a:t> </a:t>
            </a:r>
            <a:r>
              <a:rPr lang="en-US" sz="2030" u="none" strike="noStrike" spc="-40" err="1">
                <a:solidFill>
                  <a:srgbClr val="051D40"/>
                </a:solidFill>
                <a:latin typeface="Poppins"/>
              </a:rPr>
              <a:t>molestie</a:t>
            </a:r>
            <a:r>
              <a:rPr lang="en-US" sz="2030" u="none" strike="noStrike" spc="-40">
                <a:solidFill>
                  <a:srgbClr val="051D40"/>
                </a:solidFill>
                <a:latin typeface="Poppins"/>
              </a:rPr>
              <a:t> </a:t>
            </a:r>
            <a:r>
              <a:rPr lang="en-US" sz="2030" u="none" strike="noStrike" spc="-40" err="1">
                <a:solidFill>
                  <a:srgbClr val="051D40"/>
                </a:solidFill>
                <a:latin typeface="Poppins"/>
              </a:rPr>
              <a:t>rhoncus</a:t>
            </a:r>
            <a:r>
              <a:rPr lang="en-US" sz="2030" u="none" strike="noStrike" spc="-40">
                <a:solidFill>
                  <a:srgbClr val="051D40"/>
                </a:solidFill>
                <a:latin typeface="Poppins"/>
              </a:rPr>
              <a:t>.</a:t>
            </a:r>
          </a:p>
        </p:txBody>
      </p:sp>
      <p:sp>
        <p:nvSpPr>
          <p:cNvPr id="12" name="TextBox 12"/>
          <p:cNvSpPr txBox="1"/>
          <p:nvPr/>
        </p:nvSpPr>
        <p:spPr>
          <a:xfrm>
            <a:off x="1518345" y="2273750"/>
            <a:ext cx="4155745" cy="768902"/>
          </a:xfrm>
          <a:prstGeom prst="rect">
            <a:avLst/>
          </a:prstGeom>
        </p:spPr>
        <p:txBody>
          <a:bodyPr lIns="0" tIns="0" rIns="0" bIns="0" rtlCol="0" anchor="t">
            <a:spAutoFit/>
          </a:bodyPr>
          <a:lstStyle/>
          <a:p>
            <a:pPr>
              <a:lnSpc>
                <a:spcPts val="6300"/>
              </a:lnSpc>
              <a:spcBef>
                <a:spcPct val="0"/>
              </a:spcBef>
            </a:pPr>
            <a:r>
              <a:rPr lang="en-US" sz="4500">
                <a:solidFill>
                  <a:srgbClr val="051D40"/>
                </a:solidFill>
                <a:latin typeface="Open Sans Extra Bold"/>
              </a:rPr>
              <a:t>About us</a:t>
            </a:r>
          </a:p>
        </p:txBody>
      </p:sp>
      <p:sp>
        <p:nvSpPr>
          <p:cNvPr id="13" name="TextBox 13"/>
          <p:cNvSpPr txBox="1"/>
          <p:nvPr/>
        </p:nvSpPr>
        <p:spPr>
          <a:xfrm>
            <a:off x="1518345" y="6854581"/>
            <a:ext cx="8414772" cy="1072943"/>
          </a:xfrm>
          <a:prstGeom prst="rect">
            <a:avLst/>
          </a:prstGeom>
        </p:spPr>
        <p:txBody>
          <a:bodyPr lIns="0" tIns="0" rIns="0" bIns="0" rtlCol="0" anchor="t">
            <a:spAutoFit/>
          </a:bodyPr>
          <a:lstStyle/>
          <a:p>
            <a:pPr marL="0" lvl="0" indent="0" algn="l">
              <a:lnSpc>
                <a:spcPts val="2843"/>
              </a:lnSpc>
              <a:spcBef>
                <a:spcPct val="0"/>
              </a:spcBef>
            </a:pPr>
            <a:r>
              <a:rPr lang="en-US" sz="2030" u="none" strike="noStrike" spc="-40">
                <a:solidFill>
                  <a:srgbClr val="051D40"/>
                </a:solidFill>
                <a:latin typeface="Poppins"/>
              </a:rPr>
              <a:t>Lorem ipsum dolor sit amet, consectetur adipiscing elit. Nullam laoreet risus fringilla, egestas elit a, consequat augue. Phasellus sollicitudin felis mi, quis egestas ex ornare sed. </a:t>
            </a:r>
          </a:p>
        </p:txBody>
      </p:sp>
      <p:sp>
        <p:nvSpPr>
          <p:cNvPr id="14" name="TextBox 14"/>
          <p:cNvSpPr txBox="1"/>
          <p:nvPr/>
        </p:nvSpPr>
        <p:spPr>
          <a:xfrm>
            <a:off x="1518345" y="6353310"/>
            <a:ext cx="3724127" cy="425071"/>
          </a:xfrm>
          <a:prstGeom prst="rect">
            <a:avLst/>
          </a:prstGeom>
        </p:spPr>
        <p:txBody>
          <a:bodyPr lIns="0" tIns="0" rIns="0" bIns="0" rtlCol="0" anchor="t">
            <a:spAutoFit/>
          </a:bodyPr>
          <a:lstStyle/>
          <a:p>
            <a:pPr>
              <a:lnSpc>
                <a:spcPts val="3480"/>
              </a:lnSpc>
              <a:spcBef>
                <a:spcPct val="0"/>
              </a:spcBef>
            </a:pPr>
            <a:r>
              <a:rPr lang="en-US" sz="2486">
                <a:solidFill>
                  <a:srgbClr val="051D40"/>
                </a:solidFill>
                <a:latin typeface="Open Sans Extra Bold"/>
              </a:rPr>
              <a:t>Company Overview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3266830" y="0"/>
            <a:ext cx="5021170" cy="10287000"/>
            <a:chOff x="0" y="0"/>
            <a:chExt cx="1322448" cy="2709333"/>
          </a:xfrm>
        </p:grpSpPr>
        <p:sp>
          <p:nvSpPr>
            <p:cNvPr id="3" name="Freeform 3"/>
            <p:cNvSpPr/>
            <p:nvPr/>
          </p:nvSpPr>
          <p:spPr>
            <a:xfrm>
              <a:off x="0" y="0"/>
              <a:ext cx="1322448" cy="2709333"/>
            </a:xfrm>
            <a:custGeom>
              <a:avLst/>
              <a:gdLst/>
              <a:ahLst/>
              <a:cxnLst/>
              <a:rect l="l" t="t" r="r" b="b"/>
              <a:pathLst>
                <a:path w="1322448" h="2709333">
                  <a:moveTo>
                    <a:pt x="0" y="0"/>
                  </a:moveTo>
                  <a:lnTo>
                    <a:pt x="1322448" y="0"/>
                  </a:lnTo>
                  <a:lnTo>
                    <a:pt x="1322448" y="2709333"/>
                  </a:lnTo>
                  <a:lnTo>
                    <a:pt x="0" y="2709333"/>
                  </a:lnTo>
                  <a:close/>
                </a:path>
              </a:pathLst>
            </a:custGeom>
            <a:solidFill>
              <a:srgbClr val="051D40"/>
            </a:solidFill>
          </p:spPr>
          <p:txBody>
            <a:bodyPr/>
            <a:lstStyle/>
            <a:p>
              <a:endParaRPr lang="en-US"/>
            </a:p>
          </p:txBody>
        </p:sp>
        <p:sp>
          <p:nvSpPr>
            <p:cNvPr id="4" name="TextBox 4"/>
            <p:cNvSpPr txBox="1"/>
            <p:nvPr/>
          </p:nvSpPr>
          <p:spPr>
            <a:xfrm>
              <a:off x="0" y="-38100"/>
              <a:ext cx="1322448" cy="2747433"/>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609132" y="1222804"/>
            <a:ext cx="7922504" cy="771523"/>
          </a:xfrm>
          <a:prstGeom prst="rect">
            <a:avLst/>
          </a:prstGeom>
        </p:spPr>
        <p:txBody>
          <a:bodyPr lIns="0" tIns="0" rIns="0" bIns="0" rtlCol="0" anchor="t">
            <a:spAutoFit/>
          </a:bodyPr>
          <a:lstStyle/>
          <a:p>
            <a:pPr marL="0" lvl="0" indent="0" algn="l">
              <a:lnSpc>
                <a:spcPts val="6300"/>
              </a:lnSpc>
              <a:spcBef>
                <a:spcPct val="0"/>
              </a:spcBef>
            </a:pPr>
            <a:r>
              <a:rPr lang="en-US" sz="4500" u="none" strike="noStrike">
                <a:solidFill>
                  <a:srgbClr val="051D40"/>
                </a:solidFill>
                <a:latin typeface="Open Sans Extra Bold"/>
              </a:rPr>
              <a:t>Problems</a:t>
            </a:r>
          </a:p>
        </p:txBody>
      </p:sp>
      <p:grpSp>
        <p:nvGrpSpPr>
          <p:cNvPr id="6" name="Group 6"/>
          <p:cNvGrpSpPr/>
          <p:nvPr/>
        </p:nvGrpSpPr>
        <p:grpSpPr>
          <a:xfrm>
            <a:off x="-1595820" y="-1782102"/>
            <a:ext cx="3564204" cy="356420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609132" y="2128374"/>
            <a:ext cx="9006427" cy="2496117"/>
          </a:xfrm>
          <a:prstGeom prst="rect">
            <a:avLst/>
          </a:prstGeom>
        </p:spPr>
        <p:txBody>
          <a:bodyPr lIns="0" tIns="0" rIns="0" bIns="0" rtlCol="0" anchor="t">
            <a:spAutoFit/>
          </a:bodyPr>
          <a:lstStyle/>
          <a:p>
            <a:pPr marL="0" lvl="0" indent="0" algn="l">
              <a:lnSpc>
                <a:spcPts val="2843"/>
              </a:lnSpc>
              <a:spcBef>
                <a:spcPct val="0"/>
              </a:spcBef>
            </a:pPr>
            <a:r>
              <a:rPr lang="en-US" sz="2030" u="none" strike="noStrike" spc="-40">
                <a:solidFill>
                  <a:srgbClr val="051D40"/>
                </a:solidFill>
                <a:latin typeface="Poppins"/>
              </a:rPr>
              <a:t>Lorem ipsum dolor sit amet, consectetur adipiscing elit. Nullam laoreet risus fringilla, egestas elit a, consequat augue. Phasellus sollicitudin felis mi, quis egestas ex ornare sed. </a:t>
            </a:r>
          </a:p>
          <a:p>
            <a:pPr marL="0" lvl="0" indent="0" algn="l">
              <a:lnSpc>
                <a:spcPts val="2843"/>
              </a:lnSpc>
              <a:spcBef>
                <a:spcPct val="0"/>
              </a:spcBef>
            </a:pPr>
            <a:endParaRPr lang="en-US" sz="2030" u="none" strike="noStrike" spc="-40">
              <a:solidFill>
                <a:srgbClr val="051D40"/>
              </a:solidFill>
              <a:latin typeface="Poppins"/>
            </a:endParaRPr>
          </a:p>
          <a:p>
            <a:pPr marL="0" lvl="0" indent="0" algn="l">
              <a:lnSpc>
                <a:spcPts val="2843"/>
              </a:lnSpc>
              <a:spcBef>
                <a:spcPct val="0"/>
              </a:spcBef>
            </a:pPr>
            <a:r>
              <a:rPr lang="en-US" sz="2030" u="none" strike="noStrike" spc="-40">
                <a:solidFill>
                  <a:srgbClr val="051D40"/>
                </a:solidFill>
                <a:latin typeface="Poppins"/>
              </a:rPr>
              <a:t>Praesent vel felis quis mi pulvinar sagittis. Pellentesque viverra ipsum ante, in congue ante eleifend eget. Aenean tortor tellus, efficitur ac rhoncus et, eleifend sit amet mi. Sed ut lectus ac nibh molestie rhoncus.</a:t>
            </a:r>
          </a:p>
        </p:txBody>
      </p:sp>
      <p:grpSp>
        <p:nvGrpSpPr>
          <p:cNvPr id="10" name="Group 10"/>
          <p:cNvGrpSpPr/>
          <p:nvPr/>
        </p:nvGrpSpPr>
        <p:grpSpPr>
          <a:xfrm>
            <a:off x="9966307" y="300249"/>
            <a:ext cx="8027935" cy="9598729"/>
            <a:chOff x="0" y="0"/>
            <a:chExt cx="8603361" cy="10286746"/>
          </a:xfrm>
        </p:grpSpPr>
        <p:sp>
          <p:nvSpPr>
            <p:cNvPr id="11" name="Freeform 11"/>
            <p:cNvSpPr/>
            <p:nvPr/>
          </p:nvSpPr>
          <p:spPr>
            <a:xfrm>
              <a:off x="-2794" y="-127"/>
              <a:ext cx="8606155" cy="10286873"/>
            </a:xfrm>
            <a:custGeom>
              <a:avLst/>
              <a:gdLst/>
              <a:ahLst/>
              <a:cxnLst/>
              <a:rect l="l" t="t" r="r" b="b"/>
              <a:pathLst>
                <a:path w="8606155" h="10286873">
                  <a:moveTo>
                    <a:pt x="8606155" y="10251440"/>
                  </a:moveTo>
                  <a:cubicBezTo>
                    <a:pt x="8606155" y="10284587"/>
                    <a:pt x="8595487" y="10286873"/>
                    <a:pt x="8567674" y="10286873"/>
                  </a:cubicBezTo>
                  <a:cubicBezTo>
                    <a:pt x="5713095" y="10286238"/>
                    <a:pt x="2858643" y="10286238"/>
                    <a:pt x="4064" y="10286238"/>
                  </a:cubicBezTo>
                  <a:cubicBezTo>
                    <a:pt x="0" y="10272395"/>
                    <a:pt x="6350" y="10259822"/>
                    <a:pt x="9271" y="10246995"/>
                  </a:cubicBezTo>
                  <a:cubicBezTo>
                    <a:pt x="134747" y="9685401"/>
                    <a:pt x="260350" y="9123934"/>
                    <a:pt x="386207" y="8562467"/>
                  </a:cubicBezTo>
                  <a:cubicBezTo>
                    <a:pt x="565658" y="7761986"/>
                    <a:pt x="745490" y="6961632"/>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5"/>
                    <a:pt x="8605139" y="6846316"/>
                    <a:pt x="8606155" y="10251440"/>
                  </a:cubicBezTo>
                  <a:close/>
                </a:path>
              </a:pathLst>
            </a:custGeom>
            <a:blipFill>
              <a:blip r:embed="rId2"/>
              <a:stretch>
                <a:fillRect l="-28002" r="-51461"/>
              </a:stretch>
            </a:blipFill>
          </p:spPr>
          <p:txBody>
            <a:bodyPr/>
            <a:lstStyle/>
            <a:p>
              <a:endParaRPr lang="en-US"/>
            </a:p>
          </p:txBody>
        </p:sp>
      </p:grpSp>
      <p:grpSp>
        <p:nvGrpSpPr>
          <p:cNvPr id="12" name="Group 12"/>
          <p:cNvGrpSpPr/>
          <p:nvPr/>
        </p:nvGrpSpPr>
        <p:grpSpPr>
          <a:xfrm>
            <a:off x="14700679" y="7074186"/>
            <a:ext cx="5946973" cy="5946973"/>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1594175" y="8410948"/>
            <a:ext cx="11402164" cy="711357"/>
          </a:xfrm>
          <a:custGeom>
            <a:avLst/>
            <a:gdLst/>
            <a:ahLst/>
            <a:cxnLst/>
            <a:rect l="l" t="t" r="r" b="b"/>
            <a:pathLst>
              <a:path w="11402164" h="711357">
                <a:moveTo>
                  <a:pt x="0" y="0"/>
                </a:moveTo>
                <a:lnTo>
                  <a:pt x="11402164" y="0"/>
                </a:lnTo>
                <a:lnTo>
                  <a:pt x="11402164" y="711358"/>
                </a:lnTo>
                <a:lnTo>
                  <a:pt x="0" y="711358"/>
                </a:lnTo>
                <a:lnTo>
                  <a:pt x="0" y="0"/>
                </a:lnTo>
                <a:close/>
              </a:path>
            </a:pathLst>
          </a:custGeom>
          <a:blipFill>
            <a:blip r:embed="rId3"/>
            <a:stretch>
              <a:fillRect t="-216567"/>
            </a:stretch>
          </a:blipFill>
        </p:spPr>
        <p:txBody>
          <a:bodyPr/>
          <a:lstStyle/>
          <a:p>
            <a:endParaRPr lang="en-US"/>
          </a:p>
        </p:txBody>
      </p:sp>
      <p:grpSp>
        <p:nvGrpSpPr>
          <p:cNvPr id="16" name="Group 16"/>
          <p:cNvGrpSpPr/>
          <p:nvPr/>
        </p:nvGrpSpPr>
        <p:grpSpPr>
          <a:xfrm>
            <a:off x="1609132" y="5143500"/>
            <a:ext cx="11387207" cy="3298724"/>
            <a:chOff x="0" y="0"/>
            <a:chExt cx="2999100" cy="868800"/>
          </a:xfrm>
        </p:grpSpPr>
        <p:sp>
          <p:nvSpPr>
            <p:cNvPr id="17" name="Freeform 17"/>
            <p:cNvSpPr/>
            <p:nvPr/>
          </p:nvSpPr>
          <p:spPr>
            <a:xfrm>
              <a:off x="0" y="0"/>
              <a:ext cx="2999100" cy="868800"/>
            </a:xfrm>
            <a:custGeom>
              <a:avLst/>
              <a:gdLst/>
              <a:ahLst/>
              <a:cxnLst/>
              <a:rect l="l" t="t" r="r" b="b"/>
              <a:pathLst>
                <a:path w="2999100" h="868800">
                  <a:moveTo>
                    <a:pt x="9518" y="0"/>
                  </a:moveTo>
                  <a:lnTo>
                    <a:pt x="2989581" y="0"/>
                  </a:lnTo>
                  <a:cubicBezTo>
                    <a:pt x="2992106" y="0"/>
                    <a:pt x="2994527" y="1003"/>
                    <a:pt x="2996312" y="2788"/>
                  </a:cubicBezTo>
                  <a:cubicBezTo>
                    <a:pt x="2998097" y="4573"/>
                    <a:pt x="2999100" y="6994"/>
                    <a:pt x="2999100" y="9518"/>
                  </a:cubicBezTo>
                  <a:lnTo>
                    <a:pt x="2999100" y="859282"/>
                  </a:lnTo>
                  <a:cubicBezTo>
                    <a:pt x="2999100" y="861806"/>
                    <a:pt x="2998097" y="864227"/>
                    <a:pt x="2996312" y="866012"/>
                  </a:cubicBezTo>
                  <a:cubicBezTo>
                    <a:pt x="2994527" y="867797"/>
                    <a:pt x="2992106" y="868800"/>
                    <a:pt x="2989581" y="868800"/>
                  </a:cubicBezTo>
                  <a:lnTo>
                    <a:pt x="9518" y="868800"/>
                  </a:lnTo>
                  <a:cubicBezTo>
                    <a:pt x="4261" y="868800"/>
                    <a:pt x="0" y="864538"/>
                    <a:pt x="0" y="859282"/>
                  </a:cubicBezTo>
                  <a:lnTo>
                    <a:pt x="0" y="9518"/>
                  </a:lnTo>
                  <a:cubicBezTo>
                    <a:pt x="0" y="6994"/>
                    <a:pt x="1003" y="4573"/>
                    <a:pt x="2788" y="2788"/>
                  </a:cubicBezTo>
                  <a:cubicBezTo>
                    <a:pt x="4573" y="1003"/>
                    <a:pt x="6994" y="0"/>
                    <a:pt x="9518" y="0"/>
                  </a:cubicBezTo>
                  <a:close/>
                </a:path>
              </a:pathLst>
            </a:custGeom>
            <a:solidFill>
              <a:srgbClr val="00569E"/>
            </a:solidFill>
          </p:spPr>
          <p:txBody>
            <a:bodyPr/>
            <a:lstStyle/>
            <a:p>
              <a:endParaRPr lang="en-US"/>
            </a:p>
          </p:txBody>
        </p:sp>
        <p:sp>
          <p:nvSpPr>
            <p:cNvPr id="18" name="TextBox 18"/>
            <p:cNvSpPr txBox="1"/>
            <p:nvPr/>
          </p:nvSpPr>
          <p:spPr>
            <a:xfrm>
              <a:off x="0" y="-38100"/>
              <a:ext cx="2999100" cy="90690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2255593" y="4814991"/>
            <a:ext cx="2772169" cy="685553"/>
            <a:chOff x="0" y="0"/>
            <a:chExt cx="1013291" cy="250585"/>
          </a:xfrm>
        </p:grpSpPr>
        <p:sp>
          <p:nvSpPr>
            <p:cNvPr id="20" name="Freeform 20"/>
            <p:cNvSpPr/>
            <p:nvPr/>
          </p:nvSpPr>
          <p:spPr>
            <a:xfrm>
              <a:off x="0" y="0"/>
              <a:ext cx="1013291" cy="250585"/>
            </a:xfrm>
            <a:custGeom>
              <a:avLst/>
              <a:gdLst/>
              <a:ahLst/>
              <a:cxnLst/>
              <a:rect l="l" t="t" r="r" b="b"/>
              <a:pathLst>
                <a:path w="1013291" h="250585">
                  <a:moveTo>
                    <a:pt x="125293" y="0"/>
                  </a:moveTo>
                  <a:lnTo>
                    <a:pt x="887999" y="0"/>
                  </a:lnTo>
                  <a:cubicBezTo>
                    <a:pt x="921228" y="0"/>
                    <a:pt x="953097" y="13200"/>
                    <a:pt x="976594" y="36697"/>
                  </a:cubicBezTo>
                  <a:cubicBezTo>
                    <a:pt x="1000091" y="60194"/>
                    <a:pt x="1013291" y="92063"/>
                    <a:pt x="1013291" y="125293"/>
                  </a:cubicBezTo>
                  <a:lnTo>
                    <a:pt x="1013291" y="125293"/>
                  </a:lnTo>
                  <a:cubicBezTo>
                    <a:pt x="1013291" y="158522"/>
                    <a:pt x="1000091" y="190391"/>
                    <a:pt x="976594" y="213888"/>
                  </a:cubicBezTo>
                  <a:cubicBezTo>
                    <a:pt x="953097" y="237385"/>
                    <a:pt x="921228" y="250585"/>
                    <a:pt x="887999"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1">
              <a:gsLst>
                <a:gs pos="0">
                  <a:srgbClr val="00569E">
                    <a:alpha val="100000"/>
                  </a:srgbClr>
                </a:gs>
                <a:gs pos="100000">
                  <a:srgbClr val="014074">
                    <a:alpha val="100000"/>
                  </a:srgbClr>
                </a:gs>
              </a:gsLst>
              <a:path path="circle">
                <a:fillToRect r="100000" b="100000"/>
              </a:path>
              <a:tileRect l="-100000" t="-100000"/>
            </a:gradFill>
            <a:ln cap="rnd">
              <a:noFill/>
              <a:prstDash val="solid"/>
              <a:round/>
            </a:ln>
          </p:spPr>
          <p:txBody>
            <a:bodyPr/>
            <a:lstStyle/>
            <a:p>
              <a:endParaRPr lang="en-US"/>
            </a:p>
          </p:txBody>
        </p:sp>
        <p:sp>
          <p:nvSpPr>
            <p:cNvPr id="21" name="TextBox 21"/>
            <p:cNvSpPr txBox="1"/>
            <p:nvPr/>
          </p:nvSpPr>
          <p:spPr>
            <a:xfrm>
              <a:off x="0" y="-66675"/>
              <a:ext cx="1013291" cy="317260"/>
            </a:xfrm>
            <a:prstGeom prst="rect">
              <a:avLst/>
            </a:prstGeom>
          </p:spPr>
          <p:txBody>
            <a:bodyPr lIns="0" tIns="0" rIns="0" bIns="0" rtlCol="0" anchor="ctr"/>
            <a:lstStyle/>
            <a:p>
              <a:pPr marL="0" lvl="0" indent="0" algn="ctr">
                <a:lnSpc>
                  <a:spcPts val="3480"/>
                </a:lnSpc>
                <a:spcBef>
                  <a:spcPct val="0"/>
                </a:spcBef>
              </a:pPr>
              <a:r>
                <a:rPr lang="en-US" sz="2486" u="none" strike="noStrike">
                  <a:solidFill>
                    <a:srgbClr val="FFFFFF"/>
                  </a:solidFill>
                  <a:latin typeface="Poppins Bold"/>
                </a:rPr>
                <a:t>Problem 01</a:t>
              </a:r>
            </a:p>
          </p:txBody>
        </p:sp>
      </p:grpSp>
      <p:grpSp>
        <p:nvGrpSpPr>
          <p:cNvPr id="22" name="Group 22"/>
          <p:cNvGrpSpPr/>
          <p:nvPr/>
        </p:nvGrpSpPr>
        <p:grpSpPr>
          <a:xfrm>
            <a:off x="5912407" y="4814991"/>
            <a:ext cx="2772169" cy="685553"/>
            <a:chOff x="0" y="0"/>
            <a:chExt cx="1013291" cy="250585"/>
          </a:xfrm>
        </p:grpSpPr>
        <p:sp>
          <p:nvSpPr>
            <p:cNvPr id="23" name="Freeform 23"/>
            <p:cNvSpPr/>
            <p:nvPr/>
          </p:nvSpPr>
          <p:spPr>
            <a:xfrm>
              <a:off x="0" y="0"/>
              <a:ext cx="1013291" cy="250585"/>
            </a:xfrm>
            <a:custGeom>
              <a:avLst/>
              <a:gdLst/>
              <a:ahLst/>
              <a:cxnLst/>
              <a:rect l="l" t="t" r="r" b="b"/>
              <a:pathLst>
                <a:path w="1013291" h="250585">
                  <a:moveTo>
                    <a:pt x="125293" y="0"/>
                  </a:moveTo>
                  <a:lnTo>
                    <a:pt x="887999" y="0"/>
                  </a:lnTo>
                  <a:cubicBezTo>
                    <a:pt x="921228" y="0"/>
                    <a:pt x="953097" y="13200"/>
                    <a:pt x="976594" y="36697"/>
                  </a:cubicBezTo>
                  <a:cubicBezTo>
                    <a:pt x="1000091" y="60194"/>
                    <a:pt x="1013291" y="92063"/>
                    <a:pt x="1013291" y="125293"/>
                  </a:cubicBezTo>
                  <a:lnTo>
                    <a:pt x="1013291" y="125293"/>
                  </a:lnTo>
                  <a:cubicBezTo>
                    <a:pt x="1013291" y="158522"/>
                    <a:pt x="1000091" y="190391"/>
                    <a:pt x="976594" y="213888"/>
                  </a:cubicBezTo>
                  <a:cubicBezTo>
                    <a:pt x="953097" y="237385"/>
                    <a:pt x="921228" y="250585"/>
                    <a:pt x="887999"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1">
              <a:gsLst>
                <a:gs pos="0">
                  <a:srgbClr val="00569E">
                    <a:alpha val="100000"/>
                  </a:srgbClr>
                </a:gs>
                <a:gs pos="100000">
                  <a:srgbClr val="014074">
                    <a:alpha val="100000"/>
                  </a:srgbClr>
                </a:gs>
              </a:gsLst>
              <a:path path="circle">
                <a:fillToRect r="100000" b="100000"/>
              </a:path>
              <a:tileRect l="-100000" t="-100000"/>
            </a:gradFill>
            <a:ln cap="rnd">
              <a:noFill/>
              <a:prstDash val="solid"/>
              <a:round/>
            </a:ln>
          </p:spPr>
          <p:txBody>
            <a:bodyPr/>
            <a:lstStyle/>
            <a:p>
              <a:endParaRPr lang="en-US"/>
            </a:p>
          </p:txBody>
        </p:sp>
        <p:sp>
          <p:nvSpPr>
            <p:cNvPr id="24" name="TextBox 24"/>
            <p:cNvSpPr txBox="1"/>
            <p:nvPr/>
          </p:nvSpPr>
          <p:spPr>
            <a:xfrm>
              <a:off x="0" y="-66675"/>
              <a:ext cx="1013291" cy="317260"/>
            </a:xfrm>
            <a:prstGeom prst="rect">
              <a:avLst/>
            </a:prstGeom>
          </p:spPr>
          <p:txBody>
            <a:bodyPr lIns="0" tIns="0" rIns="0" bIns="0" rtlCol="0" anchor="ctr"/>
            <a:lstStyle/>
            <a:p>
              <a:pPr marL="0" lvl="0" indent="0" algn="ctr">
                <a:lnSpc>
                  <a:spcPts val="3480"/>
                </a:lnSpc>
                <a:spcBef>
                  <a:spcPct val="0"/>
                </a:spcBef>
              </a:pPr>
              <a:r>
                <a:rPr lang="en-US" sz="2486" u="none" strike="noStrike">
                  <a:solidFill>
                    <a:srgbClr val="FFFFFF"/>
                  </a:solidFill>
                  <a:latin typeface="Poppins Bold"/>
                </a:rPr>
                <a:t>Problem 02</a:t>
              </a:r>
            </a:p>
          </p:txBody>
        </p:sp>
      </p:grpSp>
      <p:grpSp>
        <p:nvGrpSpPr>
          <p:cNvPr id="25" name="Group 25"/>
          <p:cNvGrpSpPr/>
          <p:nvPr/>
        </p:nvGrpSpPr>
        <p:grpSpPr>
          <a:xfrm>
            <a:off x="9569222" y="4814991"/>
            <a:ext cx="2670160" cy="685553"/>
            <a:chOff x="0" y="0"/>
            <a:chExt cx="976004" cy="250585"/>
          </a:xfrm>
        </p:grpSpPr>
        <p:sp>
          <p:nvSpPr>
            <p:cNvPr id="26" name="Freeform 26"/>
            <p:cNvSpPr/>
            <p:nvPr/>
          </p:nvSpPr>
          <p:spPr>
            <a:xfrm>
              <a:off x="0" y="0"/>
              <a:ext cx="976004" cy="250585"/>
            </a:xfrm>
            <a:custGeom>
              <a:avLst/>
              <a:gdLst/>
              <a:ahLst/>
              <a:cxnLst/>
              <a:rect l="l" t="t" r="r" b="b"/>
              <a:pathLst>
                <a:path w="976004" h="250585">
                  <a:moveTo>
                    <a:pt x="125293" y="0"/>
                  </a:moveTo>
                  <a:lnTo>
                    <a:pt x="850712" y="0"/>
                  </a:lnTo>
                  <a:cubicBezTo>
                    <a:pt x="883941" y="0"/>
                    <a:pt x="915810" y="13200"/>
                    <a:pt x="939307" y="36697"/>
                  </a:cubicBezTo>
                  <a:cubicBezTo>
                    <a:pt x="962804" y="60194"/>
                    <a:pt x="976004" y="92063"/>
                    <a:pt x="976004" y="125293"/>
                  </a:cubicBezTo>
                  <a:lnTo>
                    <a:pt x="976004" y="125293"/>
                  </a:lnTo>
                  <a:cubicBezTo>
                    <a:pt x="976004" y="158522"/>
                    <a:pt x="962804" y="190391"/>
                    <a:pt x="939307" y="213888"/>
                  </a:cubicBezTo>
                  <a:cubicBezTo>
                    <a:pt x="915810" y="237385"/>
                    <a:pt x="883941" y="250585"/>
                    <a:pt x="850712"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1">
              <a:gsLst>
                <a:gs pos="0">
                  <a:srgbClr val="00569E">
                    <a:alpha val="100000"/>
                  </a:srgbClr>
                </a:gs>
                <a:gs pos="100000">
                  <a:srgbClr val="014074">
                    <a:alpha val="100000"/>
                  </a:srgbClr>
                </a:gs>
              </a:gsLst>
              <a:path path="circle">
                <a:fillToRect r="100000" b="100000"/>
              </a:path>
              <a:tileRect l="-100000" t="-100000"/>
            </a:gradFill>
            <a:ln cap="rnd">
              <a:noFill/>
              <a:prstDash val="solid"/>
              <a:round/>
            </a:ln>
          </p:spPr>
          <p:txBody>
            <a:bodyPr/>
            <a:lstStyle/>
            <a:p>
              <a:endParaRPr lang="en-US"/>
            </a:p>
          </p:txBody>
        </p:sp>
        <p:sp>
          <p:nvSpPr>
            <p:cNvPr id="27" name="TextBox 27"/>
            <p:cNvSpPr txBox="1"/>
            <p:nvPr/>
          </p:nvSpPr>
          <p:spPr>
            <a:xfrm>
              <a:off x="0" y="-66675"/>
              <a:ext cx="976004" cy="317260"/>
            </a:xfrm>
            <a:prstGeom prst="rect">
              <a:avLst/>
            </a:prstGeom>
          </p:spPr>
          <p:txBody>
            <a:bodyPr lIns="0" tIns="0" rIns="0" bIns="0" rtlCol="0" anchor="ctr"/>
            <a:lstStyle/>
            <a:p>
              <a:pPr marL="0" lvl="0" indent="0" algn="ctr">
                <a:lnSpc>
                  <a:spcPts val="3480"/>
                </a:lnSpc>
                <a:spcBef>
                  <a:spcPct val="0"/>
                </a:spcBef>
              </a:pPr>
              <a:r>
                <a:rPr lang="en-US" sz="2486" u="none" strike="noStrike">
                  <a:solidFill>
                    <a:srgbClr val="FFFFFF"/>
                  </a:solidFill>
                  <a:latin typeface="Poppins Bold"/>
                </a:rPr>
                <a:t>Problem 03</a:t>
              </a:r>
            </a:p>
          </p:txBody>
        </p:sp>
      </p:grpSp>
      <p:sp>
        <p:nvSpPr>
          <p:cNvPr id="28" name="TextBox 28"/>
          <p:cNvSpPr txBox="1"/>
          <p:nvPr/>
        </p:nvSpPr>
        <p:spPr>
          <a:xfrm>
            <a:off x="2310929" y="5643420"/>
            <a:ext cx="2661498" cy="2367479"/>
          </a:xfrm>
          <a:prstGeom prst="rect">
            <a:avLst/>
          </a:prstGeom>
        </p:spPr>
        <p:txBody>
          <a:bodyPr lIns="0" tIns="0" rIns="0" bIns="0" rtlCol="0" anchor="t">
            <a:spAutoFit/>
          </a:bodyPr>
          <a:lstStyle/>
          <a:p>
            <a:pPr marL="0" lvl="0" indent="0" algn="ctr">
              <a:lnSpc>
                <a:spcPts val="2334"/>
              </a:lnSpc>
              <a:spcBef>
                <a:spcPct val="0"/>
              </a:spcBef>
            </a:pPr>
            <a:r>
              <a:rPr lang="en-US" sz="1667" u="none" strike="noStrike" spc="-33">
                <a:solidFill>
                  <a:srgbClr val="FDFDFD"/>
                </a:solidFill>
                <a:latin typeface="Poppins"/>
              </a:rPr>
              <a:t>Lorem ipsum dolor sit amet, consectetur adipiscing elit. Nullam laoreet risus fringilla, egestas elit a, consequat augue. Phasellus sollicitudin felis mi, quis egestas ex ornare sed. </a:t>
            </a:r>
          </a:p>
        </p:txBody>
      </p:sp>
      <p:sp>
        <p:nvSpPr>
          <p:cNvPr id="29" name="TextBox 29"/>
          <p:cNvSpPr txBox="1"/>
          <p:nvPr/>
        </p:nvSpPr>
        <p:spPr>
          <a:xfrm>
            <a:off x="5999225" y="5643420"/>
            <a:ext cx="2661498" cy="2367479"/>
          </a:xfrm>
          <a:prstGeom prst="rect">
            <a:avLst/>
          </a:prstGeom>
        </p:spPr>
        <p:txBody>
          <a:bodyPr lIns="0" tIns="0" rIns="0" bIns="0" rtlCol="0" anchor="t">
            <a:spAutoFit/>
          </a:bodyPr>
          <a:lstStyle/>
          <a:p>
            <a:pPr marL="0" lvl="0" indent="0" algn="ctr">
              <a:lnSpc>
                <a:spcPts val="2334"/>
              </a:lnSpc>
              <a:spcBef>
                <a:spcPct val="0"/>
              </a:spcBef>
            </a:pPr>
            <a:r>
              <a:rPr lang="en-US" sz="1667" u="none" strike="noStrike" spc="-33">
                <a:solidFill>
                  <a:srgbClr val="FDFDFD"/>
                </a:solidFill>
                <a:latin typeface="Poppins"/>
              </a:rPr>
              <a:t>Lorem ipsum dolor sit amet, consectetur adipiscing elit. Nullam laoreet risus fringilla, egestas elit a, consequat augue. Phasellus sollicitudin felis mi, quis egestas ex ornare sed. </a:t>
            </a:r>
          </a:p>
        </p:txBody>
      </p:sp>
      <p:sp>
        <p:nvSpPr>
          <p:cNvPr id="30" name="TextBox 30"/>
          <p:cNvSpPr txBox="1"/>
          <p:nvPr/>
        </p:nvSpPr>
        <p:spPr>
          <a:xfrm>
            <a:off x="9689588" y="5643420"/>
            <a:ext cx="2661498" cy="2367479"/>
          </a:xfrm>
          <a:prstGeom prst="rect">
            <a:avLst/>
          </a:prstGeom>
        </p:spPr>
        <p:txBody>
          <a:bodyPr lIns="0" tIns="0" rIns="0" bIns="0" rtlCol="0" anchor="t">
            <a:spAutoFit/>
          </a:bodyPr>
          <a:lstStyle/>
          <a:p>
            <a:pPr marL="0" lvl="0" indent="0" algn="ctr">
              <a:lnSpc>
                <a:spcPts val="2334"/>
              </a:lnSpc>
              <a:spcBef>
                <a:spcPct val="0"/>
              </a:spcBef>
            </a:pPr>
            <a:r>
              <a:rPr lang="en-US" sz="1667" u="none" strike="noStrike" spc="-33">
                <a:solidFill>
                  <a:srgbClr val="FDFDFD"/>
                </a:solidFill>
                <a:latin typeface="Poppins"/>
              </a:rPr>
              <a:t>Lorem ipsum dolor sit amet, consectetur adipiscing elit. Nullam laoreet risus fringilla, egestas elit a, consequat augue. Phasellus sollicitudin felis mi, quis egestas ex ornare sed.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35388"/>
        </a:solidFill>
        <a:effectLst/>
      </p:bgPr>
    </p:bg>
    <p:spTree>
      <p:nvGrpSpPr>
        <p:cNvPr id="1" name=""/>
        <p:cNvGrpSpPr/>
        <p:nvPr/>
      </p:nvGrpSpPr>
      <p:grpSpPr>
        <a:xfrm>
          <a:off x="0" y="0"/>
          <a:ext cx="0" cy="0"/>
          <a:chOff x="0" y="0"/>
          <a:chExt cx="0" cy="0"/>
        </a:xfrm>
      </p:grpSpPr>
      <p:sp>
        <p:nvSpPr>
          <p:cNvPr id="2" name="Freeform 2"/>
          <p:cNvSpPr/>
          <p:nvPr/>
        </p:nvSpPr>
        <p:spPr>
          <a:xfrm>
            <a:off x="232204" y="7686324"/>
            <a:ext cx="5841799" cy="1153755"/>
          </a:xfrm>
          <a:custGeom>
            <a:avLst/>
            <a:gdLst/>
            <a:ahLst/>
            <a:cxnLst/>
            <a:rect l="l" t="t" r="r" b="b"/>
            <a:pathLst>
              <a:path w="5841799" h="1153755">
                <a:moveTo>
                  <a:pt x="0" y="0"/>
                </a:moveTo>
                <a:lnTo>
                  <a:pt x="5841799" y="0"/>
                </a:lnTo>
                <a:lnTo>
                  <a:pt x="5841799" y="1153755"/>
                </a:lnTo>
                <a:lnTo>
                  <a:pt x="0" y="1153755"/>
                </a:lnTo>
                <a:lnTo>
                  <a:pt x="0" y="0"/>
                </a:lnTo>
                <a:close/>
              </a:path>
            </a:pathLst>
          </a:custGeom>
          <a:blipFill>
            <a:blip r:embed="rId2"/>
            <a:stretch>
              <a:fillRect/>
            </a:stretch>
          </a:blipFill>
        </p:spPr>
        <p:txBody>
          <a:bodyPr/>
          <a:lstStyle/>
          <a:p>
            <a:endParaRPr lang="en-US"/>
          </a:p>
        </p:txBody>
      </p:sp>
      <p:sp>
        <p:nvSpPr>
          <p:cNvPr id="3" name="Freeform 3"/>
          <p:cNvSpPr/>
          <p:nvPr/>
        </p:nvSpPr>
        <p:spPr>
          <a:xfrm>
            <a:off x="6224860" y="7686324"/>
            <a:ext cx="5841799" cy="1153755"/>
          </a:xfrm>
          <a:custGeom>
            <a:avLst/>
            <a:gdLst/>
            <a:ahLst/>
            <a:cxnLst/>
            <a:rect l="l" t="t" r="r" b="b"/>
            <a:pathLst>
              <a:path w="5841799" h="1153755">
                <a:moveTo>
                  <a:pt x="0" y="0"/>
                </a:moveTo>
                <a:lnTo>
                  <a:pt x="5841799" y="0"/>
                </a:lnTo>
                <a:lnTo>
                  <a:pt x="5841799" y="1153755"/>
                </a:lnTo>
                <a:lnTo>
                  <a:pt x="0" y="1153755"/>
                </a:lnTo>
                <a:lnTo>
                  <a:pt x="0" y="0"/>
                </a:lnTo>
                <a:close/>
              </a:path>
            </a:pathLst>
          </a:custGeom>
          <a:blipFill>
            <a:blip r:embed="rId2"/>
            <a:stretch>
              <a:fillRect/>
            </a:stretch>
          </a:blipFill>
        </p:spPr>
        <p:txBody>
          <a:bodyPr/>
          <a:lstStyle/>
          <a:p>
            <a:endParaRPr lang="en-US"/>
          </a:p>
        </p:txBody>
      </p:sp>
      <p:sp>
        <p:nvSpPr>
          <p:cNvPr id="4" name="Freeform 4"/>
          <p:cNvSpPr/>
          <p:nvPr/>
        </p:nvSpPr>
        <p:spPr>
          <a:xfrm>
            <a:off x="12213997" y="7686324"/>
            <a:ext cx="5841799" cy="1153755"/>
          </a:xfrm>
          <a:custGeom>
            <a:avLst/>
            <a:gdLst/>
            <a:ahLst/>
            <a:cxnLst/>
            <a:rect l="l" t="t" r="r" b="b"/>
            <a:pathLst>
              <a:path w="5841799" h="1153755">
                <a:moveTo>
                  <a:pt x="0" y="0"/>
                </a:moveTo>
                <a:lnTo>
                  <a:pt x="5841799" y="0"/>
                </a:lnTo>
                <a:lnTo>
                  <a:pt x="5841799" y="1153755"/>
                </a:lnTo>
                <a:lnTo>
                  <a:pt x="0" y="1153755"/>
                </a:lnTo>
                <a:lnTo>
                  <a:pt x="0" y="0"/>
                </a:lnTo>
                <a:close/>
              </a:path>
            </a:pathLst>
          </a:custGeom>
          <a:blipFill>
            <a:blip r:embed="rId2"/>
            <a:stretch>
              <a:fillRect/>
            </a:stretch>
          </a:blipFill>
        </p:spPr>
        <p:txBody>
          <a:bodyPr/>
          <a:lstStyle/>
          <a:p>
            <a:endParaRPr lang="en-US"/>
          </a:p>
        </p:txBody>
      </p:sp>
      <p:grpSp>
        <p:nvGrpSpPr>
          <p:cNvPr id="5" name="Group 5"/>
          <p:cNvGrpSpPr/>
          <p:nvPr/>
        </p:nvGrpSpPr>
        <p:grpSpPr>
          <a:xfrm>
            <a:off x="12213997" y="3298645"/>
            <a:ext cx="5841799" cy="5146658"/>
            <a:chOff x="0" y="0"/>
            <a:chExt cx="1554321" cy="1369365"/>
          </a:xfrm>
        </p:grpSpPr>
        <p:sp>
          <p:nvSpPr>
            <p:cNvPr id="6" name="Freeform 6"/>
            <p:cNvSpPr/>
            <p:nvPr/>
          </p:nvSpPr>
          <p:spPr>
            <a:xfrm>
              <a:off x="0" y="0"/>
              <a:ext cx="1554321" cy="1369365"/>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txBody>
            <a:bodyPr/>
            <a:lstStyle/>
            <a:p>
              <a:endParaRPr lang="en-US"/>
            </a:p>
          </p:txBody>
        </p:sp>
        <p:sp>
          <p:nvSpPr>
            <p:cNvPr id="7" name="TextBox 7"/>
            <p:cNvSpPr txBox="1"/>
            <p:nvPr/>
          </p:nvSpPr>
          <p:spPr>
            <a:xfrm>
              <a:off x="0" y="-38100"/>
              <a:ext cx="1554321" cy="1407465"/>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grpSp>
        <p:nvGrpSpPr>
          <p:cNvPr id="8" name="Group 8"/>
          <p:cNvGrpSpPr/>
          <p:nvPr/>
        </p:nvGrpSpPr>
        <p:grpSpPr>
          <a:xfrm>
            <a:off x="6224860" y="3298645"/>
            <a:ext cx="5841799" cy="5146658"/>
            <a:chOff x="0" y="0"/>
            <a:chExt cx="1554321" cy="1369365"/>
          </a:xfrm>
        </p:grpSpPr>
        <p:sp>
          <p:nvSpPr>
            <p:cNvPr id="9" name="Freeform 9"/>
            <p:cNvSpPr/>
            <p:nvPr/>
          </p:nvSpPr>
          <p:spPr>
            <a:xfrm>
              <a:off x="0" y="0"/>
              <a:ext cx="1554321" cy="1369365"/>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txBody>
            <a:bodyPr/>
            <a:lstStyle/>
            <a:p>
              <a:endParaRPr lang="en-US"/>
            </a:p>
          </p:txBody>
        </p:sp>
        <p:sp>
          <p:nvSpPr>
            <p:cNvPr id="10" name="TextBox 10"/>
            <p:cNvSpPr txBox="1"/>
            <p:nvPr/>
          </p:nvSpPr>
          <p:spPr>
            <a:xfrm>
              <a:off x="0" y="-38100"/>
              <a:ext cx="1554321" cy="1407465"/>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grpSp>
        <p:nvGrpSpPr>
          <p:cNvPr id="11" name="Group 11"/>
          <p:cNvGrpSpPr/>
          <p:nvPr/>
        </p:nvGrpSpPr>
        <p:grpSpPr>
          <a:xfrm>
            <a:off x="232204" y="3298645"/>
            <a:ext cx="5841799" cy="5146658"/>
            <a:chOff x="0" y="0"/>
            <a:chExt cx="1554321" cy="1369365"/>
          </a:xfrm>
        </p:grpSpPr>
        <p:sp>
          <p:nvSpPr>
            <p:cNvPr id="12" name="Freeform 12"/>
            <p:cNvSpPr/>
            <p:nvPr/>
          </p:nvSpPr>
          <p:spPr>
            <a:xfrm>
              <a:off x="0" y="0"/>
              <a:ext cx="1554321" cy="1369365"/>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txBody>
            <a:bodyPr/>
            <a:lstStyle/>
            <a:p>
              <a:endParaRPr lang="en-US"/>
            </a:p>
          </p:txBody>
        </p:sp>
        <p:sp>
          <p:nvSpPr>
            <p:cNvPr id="13" name="TextBox 13"/>
            <p:cNvSpPr txBox="1"/>
            <p:nvPr/>
          </p:nvSpPr>
          <p:spPr>
            <a:xfrm>
              <a:off x="0" y="-38100"/>
              <a:ext cx="1554321" cy="1407465"/>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grpSp>
        <p:nvGrpSpPr>
          <p:cNvPr id="14" name="Group 14"/>
          <p:cNvGrpSpPr/>
          <p:nvPr/>
        </p:nvGrpSpPr>
        <p:grpSpPr>
          <a:xfrm>
            <a:off x="-2123887" y="-2346523"/>
            <a:ext cx="4693046" cy="4693046"/>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txBody>
            <a:bodyPr/>
            <a:lstStyle/>
            <a:p>
              <a:endParaRPr lang="en-US"/>
            </a:p>
          </p:txBody>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5573718" y="7940477"/>
            <a:ext cx="4693046" cy="4693046"/>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txBody>
            <a:bodyPr/>
            <a:lstStyle/>
            <a:p>
              <a:endParaRPr lang="en-US"/>
            </a:p>
          </p:txBody>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0" name="Group 20"/>
          <p:cNvGrpSpPr/>
          <p:nvPr/>
        </p:nvGrpSpPr>
        <p:grpSpPr>
          <a:xfrm>
            <a:off x="384604" y="3447950"/>
            <a:ext cx="5570690" cy="3133474"/>
            <a:chOff x="0" y="0"/>
            <a:chExt cx="11289030" cy="6350000"/>
          </a:xfrm>
        </p:grpSpPr>
        <p:sp>
          <p:nvSpPr>
            <p:cNvPr id="21" name="Freeform 21"/>
            <p:cNvSpPr/>
            <p:nvPr/>
          </p:nvSpPr>
          <p:spPr>
            <a:xfrm>
              <a:off x="0" y="0"/>
              <a:ext cx="11287760" cy="6350000"/>
            </a:xfrm>
            <a:custGeom>
              <a:avLst/>
              <a:gdLst/>
              <a:ahLst/>
              <a:cxnLst/>
              <a:rect l="l" t="t" r="r" b="b"/>
              <a:pathLst>
                <a:path w="11287760" h="6350000">
                  <a:moveTo>
                    <a:pt x="0" y="5824220"/>
                  </a:moveTo>
                  <a:lnTo>
                    <a:pt x="0" y="525780"/>
                  </a:lnTo>
                  <a:cubicBezTo>
                    <a:pt x="0" y="234950"/>
                    <a:pt x="234950" y="0"/>
                    <a:pt x="525780" y="0"/>
                  </a:cubicBezTo>
                  <a:lnTo>
                    <a:pt x="10761980" y="0"/>
                  </a:lnTo>
                  <a:cubicBezTo>
                    <a:pt x="11052810" y="0"/>
                    <a:pt x="11287760" y="234950"/>
                    <a:pt x="11287760" y="525780"/>
                  </a:cubicBezTo>
                  <a:lnTo>
                    <a:pt x="11287760" y="5822950"/>
                  </a:lnTo>
                  <a:cubicBezTo>
                    <a:pt x="11287760" y="6113780"/>
                    <a:pt x="11052810" y="6348730"/>
                    <a:pt x="10761980" y="6348730"/>
                  </a:cubicBezTo>
                  <a:lnTo>
                    <a:pt x="525780" y="6348730"/>
                  </a:lnTo>
                  <a:cubicBezTo>
                    <a:pt x="236220" y="6350000"/>
                    <a:pt x="0" y="6115050"/>
                    <a:pt x="0" y="5824220"/>
                  </a:cubicBezTo>
                  <a:close/>
                </a:path>
              </a:pathLst>
            </a:custGeom>
            <a:blipFill>
              <a:blip r:embed="rId3"/>
              <a:stretch>
                <a:fillRect t="-9339" b="-9339"/>
              </a:stretch>
            </a:blipFill>
          </p:spPr>
          <p:txBody>
            <a:bodyPr/>
            <a:lstStyle/>
            <a:p>
              <a:endParaRPr lang="en-US"/>
            </a:p>
          </p:txBody>
        </p:sp>
      </p:grpSp>
      <p:grpSp>
        <p:nvGrpSpPr>
          <p:cNvPr id="22" name="Group 22"/>
          <p:cNvGrpSpPr/>
          <p:nvPr/>
        </p:nvGrpSpPr>
        <p:grpSpPr>
          <a:xfrm>
            <a:off x="6358655" y="3447950"/>
            <a:ext cx="5570690" cy="3133474"/>
            <a:chOff x="0" y="0"/>
            <a:chExt cx="11289030" cy="6350000"/>
          </a:xfrm>
        </p:grpSpPr>
        <p:sp>
          <p:nvSpPr>
            <p:cNvPr id="23" name="Freeform 23"/>
            <p:cNvSpPr/>
            <p:nvPr/>
          </p:nvSpPr>
          <p:spPr>
            <a:xfrm>
              <a:off x="0" y="0"/>
              <a:ext cx="11287760" cy="6350000"/>
            </a:xfrm>
            <a:custGeom>
              <a:avLst/>
              <a:gdLst/>
              <a:ahLst/>
              <a:cxnLst/>
              <a:rect l="l" t="t" r="r" b="b"/>
              <a:pathLst>
                <a:path w="11287760" h="6350000">
                  <a:moveTo>
                    <a:pt x="0" y="5824220"/>
                  </a:moveTo>
                  <a:lnTo>
                    <a:pt x="0" y="525780"/>
                  </a:lnTo>
                  <a:cubicBezTo>
                    <a:pt x="0" y="234950"/>
                    <a:pt x="234950" y="0"/>
                    <a:pt x="525780" y="0"/>
                  </a:cubicBezTo>
                  <a:lnTo>
                    <a:pt x="10761980" y="0"/>
                  </a:lnTo>
                  <a:cubicBezTo>
                    <a:pt x="11052810" y="0"/>
                    <a:pt x="11287760" y="234950"/>
                    <a:pt x="11287760" y="525780"/>
                  </a:cubicBezTo>
                  <a:lnTo>
                    <a:pt x="11287760" y="5822950"/>
                  </a:lnTo>
                  <a:cubicBezTo>
                    <a:pt x="11287760" y="6113780"/>
                    <a:pt x="11052810" y="6348730"/>
                    <a:pt x="10761980" y="6348730"/>
                  </a:cubicBezTo>
                  <a:lnTo>
                    <a:pt x="525780" y="6348730"/>
                  </a:lnTo>
                  <a:cubicBezTo>
                    <a:pt x="236220" y="6350000"/>
                    <a:pt x="0" y="6115050"/>
                    <a:pt x="0" y="5824220"/>
                  </a:cubicBezTo>
                  <a:close/>
                </a:path>
              </a:pathLst>
            </a:custGeom>
            <a:blipFill>
              <a:blip r:embed="rId4"/>
              <a:stretch>
                <a:fillRect t="-9061" b="-9061"/>
              </a:stretch>
            </a:blipFill>
          </p:spPr>
          <p:txBody>
            <a:bodyPr/>
            <a:lstStyle/>
            <a:p>
              <a:endParaRPr lang="en-US"/>
            </a:p>
          </p:txBody>
        </p:sp>
      </p:grpSp>
      <p:grpSp>
        <p:nvGrpSpPr>
          <p:cNvPr id="24" name="Group 24"/>
          <p:cNvGrpSpPr/>
          <p:nvPr/>
        </p:nvGrpSpPr>
        <p:grpSpPr>
          <a:xfrm>
            <a:off x="12349552" y="3446286"/>
            <a:ext cx="5570690" cy="3133474"/>
            <a:chOff x="0" y="0"/>
            <a:chExt cx="11289030" cy="6350000"/>
          </a:xfrm>
        </p:grpSpPr>
        <p:sp>
          <p:nvSpPr>
            <p:cNvPr id="25" name="Freeform 25"/>
            <p:cNvSpPr/>
            <p:nvPr/>
          </p:nvSpPr>
          <p:spPr>
            <a:xfrm>
              <a:off x="0" y="0"/>
              <a:ext cx="11287760" cy="6350000"/>
            </a:xfrm>
            <a:custGeom>
              <a:avLst/>
              <a:gdLst/>
              <a:ahLst/>
              <a:cxnLst/>
              <a:rect l="l" t="t" r="r" b="b"/>
              <a:pathLst>
                <a:path w="11287760" h="6350000">
                  <a:moveTo>
                    <a:pt x="0" y="5824220"/>
                  </a:moveTo>
                  <a:lnTo>
                    <a:pt x="0" y="525780"/>
                  </a:lnTo>
                  <a:cubicBezTo>
                    <a:pt x="0" y="234950"/>
                    <a:pt x="234950" y="0"/>
                    <a:pt x="525780" y="0"/>
                  </a:cubicBezTo>
                  <a:lnTo>
                    <a:pt x="10761980" y="0"/>
                  </a:lnTo>
                  <a:cubicBezTo>
                    <a:pt x="11052810" y="0"/>
                    <a:pt x="11287760" y="234950"/>
                    <a:pt x="11287760" y="525780"/>
                  </a:cubicBezTo>
                  <a:lnTo>
                    <a:pt x="11287760" y="5822950"/>
                  </a:lnTo>
                  <a:cubicBezTo>
                    <a:pt x="11287760" y="6113780"/>
                    <a:pt x="11052810" y="6348730"/>
                    <a:pt x="10761980" y="6348730"/>
                  </a:cubicBezTo>
                  <a:lnTo>
                    <a:pt x="525780" y="6348730"/>
                  </a:lnTo>
                  <a:cubicBezTo>
                    <a:pt x="236220" y="6350000"/>
                    <a:pt x="0" y="6115050"/>
                    <a:pt x="0" y="5824220"/>
                  </a:cubicBezTo>
                  <a:close/>
                </a:path>
              </a:pathLst>
            </a:custGeom>
            <a:blipFill>
              <a:blip r:embed="rId5"/>
              <a:stretch>
                <a:fillRect t="-12895" b="-12895"/>
              </a:stretch>
            </a:blipFill>
          </p:spPr>
          <p:txBody>
            <a:bodyPr/>
            <a:lstStyle/>
            <a:p>
              <a:endParaRPr lang="en-US"/>
            </a:p>
          </p:txBody>
        </p:sp>
      </p:grpSp>
      <p:sp>
        <p:nvSpPr>
          <p:cNvPr id="26" name="TextBox 26"/>
          <p:cNvSpPr txBox="1"/>
          <p:nvPr/>
        </p:nvSpPr>
        <p:spPr>
          <a:xfrm>
            <a:off x="5417025" y="1886201"/>
            <a:ext cx="7453950" cy="879901"/>
          </a:xfrm>
          <a:prstGeom prst="rect">
            <a:avLst/>
          </a:prstGeom>
        </p:spPr>
        <p:txBody>
          <a:bodyPr lIns="0" tIns="0" rIns="0" bIns="0" rtlCol="0" anchor="t">
            <a:spAutoFit/>
          </a:bodyPr>
          <a:lstStyle/>
          <a:p>
            <a:pPr marL="0" lvl="0" indent="0" algn="ctr">
              <a:lnSpc>
                <a:spcPts val="7151"/>
              </a:lnSpc>
              <a:spcBef>
                <a:spcPct val="0"/>
              </a:spcBef>
            </a:pPr>
            <a:r>
              <a:rPr lang="en-US" sz="5108">
                <a:solidFill>
                  <a:srgbClr val="FDFDFD"/>
                </a:solidFill>
                <a:latin typeface="Open Sans Extra Bold"/>
              </a:rPr>
              <a:t>Concept In Business</a:t>
            </a:r>
          </a:p>
        </p:txBody>
      </p:sp>
      <p:sp>
        <p:nvSpPr>
          <p:cNvPr id="27" name="TextBox 27"/>
          <p:cNvSpPr txBox="1"/>
          <p:nvPr/>
        </p:nvSpPr>
        <p:spPr>
          <a:xfrm>
            <a:off x="6495061" y="7135947"/>
            <a:ext cx="5297877" cy="1056256"/>
          </a:xfrm>
          <a:prstGeom prst="rect">
            <a:avLst/>
          </a:prstGeom>
        </p:spPr>
        <p:txBody>
          <a:bodyPr lIns="0" tIns="0" rIns="0" bIns="0" rtlCol="0" anchor="t">
            <a:spAutoFit/>
          </a:bodyPr>
          <a:lstStyle/>
          <a:p>
            <a:pPr marL="0" lvl="0" indent="0" algn="ctr">
              <a:lnSpc>
                <a:spcPts val="2145"/>
              </a:lnSpc>
              <a:spcBef>
                <a:spcPct val="0"/>
              </a:spcBef>
            </a:pPr>
            <a:r>
              <a:rPr lang="en-US" sz="1532" u="none" strike="noStrike" spc="-30">
                <a:solidFill>
                  <a:srgbClr val="051D40"/>
                </a:solidFill>
                <a:latin typeface="Poppins"/>
              </a:rPr>
              <a:t>Lorem ipsum dolor sit amet, consectetur adipiscing elit. Nullam laoreet risus fringilla, egestas elit a, consequat augue. Phasellus sollicitudin felis mi, quis egestas ex ornare sed sollicitudin. </a:t>
            </a:r>
          </a:p>
        </p:txBody>
      </p:sp>
      <p:sp>
        <p:nvSpPr>
          <p:cNvPr id="28" name="TextBox 28"/>
          <p:cNvSpPr txBox="1"/>
          <p:nvPr/>
        </p:nvSpPr>
        <p:spPr>
          <a:xfrm>
            <a:off x="12491020" y="7135947"/>
            <a:ext cx="5297877" cy="1056256"/>
          </a:xfrm>
          <a:prstGeom prst="rect">
            <a:avLst/>
          </a:prstGeom>
        </p:spPr>
        <p:txBody>
          <a:bodyPr lIns="0" tIns="0" rIns="0" bIns="0" rtlCol="0" anchor="t">
            <a:spAutoFit/>
          </a:bodyPr>
          <a:lstStyle/>
          <a:p>
            <a:pPr marL="0" lvl="0" indent="0" algn="ctr">
              <a:lnSpc>
                <a:spcPts val="2145"/>
              </a:lnSpc>
              <a:spcBef>
                <a:spcPct val="0"/>
              </a:spcBef>
            </a:pPr>
            <a:r>
              <a:rPr lang="en-US" sz="1532" u="none" strike="noStrike" spc="-30">
                <a:solidFill>
                  <a:srgbClr val="051D40"/>
                </a:solidFill>
                <a:latin typeface="Poppins"/>
              </a:rPr>
              <a:t>Lorem ipsum dolor sit amet, consectetur adipiscing elit. Nullam laoreet risus fringilla, egestas elit a, consequat augue. Phasellus sollicitudin felis mi, quis egestas ex ornare sed sollicitudin. </a:t>
            </a:r>
          </a:p>
        </p:txBody>
      </p:sp>
      <p:sp>
        <p:nvSpPr>
          <p:cNvPr id="29" name="TextBox 29"/>
          <p:cNvSpPr txBox="1"/>
          <p:nvPr/>
        </p:nvSpPr>
        <p:spPr>
          <a:xfrm>
            <a:off x="1714400" y="6659120"/>
            <a:ext cx="2877407" cy="389605"/>
          </a:xfrm>
          <a:prstGeom prst="rect">
            <a:avLst/>
          </a:prstGeom>
        </p:spPr>
        <p:txBody>
          <a:bodyPr lIns="0" tIns="0" rIns="0" bIns="0" rtlCol="0" anchor="t">
            <a:spAutoFit/>
          </a:bodyPr>
          <a:lstStyle/>
          <a:p>
            <a:pPr marL="0" lvl="0" indent="0" algn="ctr">
              <a:lnSpc>
                <a:spcPts val="3200"/>
              </a:lnSpc>
              <a:spcBef>
                <a:spcPct val="0"/>
              </a:spcBef>
            </a:pPr>
            <a:r>
              <a:rPr lang="en-US" sz="2286" u="none" strike="noStrike">
                <a:solidFill>
                  <a:srgbClr val="051D40"/>
                </a:solidFill>
                <a:latin typeface="Open Sans Extra Bold"/>
              </a:rPr>
              <a:t>Software</a:t>
            </a:r>
          </a:p>
        </p:txBody>
      </p:sp>
      <p:sp>
        <p:nvSpPr>
          <p:cNvPr id="30" name="TextBox 30"/>
          <p:cNvSpPr txBox="1"/>
          <p:nvPr/>
        </p:nvSpPr>
        <p:spPr>
          <a:xfrm>
            <a:off x="7587049" y="6659120"/>
            <a:ext cx="2877407" cy="389605"/>
          </a:xfrm>
          <a:prstGeom prst="rect">
            <a:avLst/>
          </a:prstGeom>
        </p:spPr>
        <p:txBody>
          <a:bodyPr lIns="0" tIns="0" rIns="0" bIns="0" rtlCol="0" anchor="t">
            <a:spAutoFit/>
          </a:bodyPr>
          <a:lstStyle/>
          <a:p>
            <a:pPr marL="0" lvl="0" indent="0" algn="ctr">
              <a:lnSpc>
                <a:spcPts val="3200"/>
              </a:lnSpc>
              <a:spcBef>
                <a:spcPct val="0"/>
              </a:spcBef>
            </a:pPr>
            <a:r>
              <a:rPr lang="en-US" sz="2286" u="none" strike="noStrike">
                <a:solidFill>
                  <a:srgbClr val="051D40"/>
                </a:solidFill>
                <a:latin typeface="Open Sans Extra Bold"/>
              </a:rPr>
              <a:t>IT consulting</a:t>
            </a:r>
          </a:p>
        </p:txBody>
      </p:sp>
      <p:sp>
        <p:nvSpPr>
          <p:cNvPr id="31" name="TextBox 31"/>
          <p:cNvSpPr txBox="1"/>
          <p:nvPr/>
        </p:nvSpPr>
        <p:spPr>
          <a:xfrm>
            <a:off x="13696193" y="6658289"/>
            <a:ext cx="2877407" cy="389605"/>
          </a:xfrm>
          <a:prstGeom prst="rect">
            <a:avLst/>
          </a:prstGeom>
        </p:spPr>
        <p:txBody>
          <a:bodyPr lIns="0" tIns="0" rIns="0" bIns="0" rtlCol="0" anchor="t">
            <a:spAutoFit/>
          </a:bodyPr>
          <a:lstStyle/>
          <a:p>
            <a:pPr marL="0" lvl="0" indent="0" algn="ctr">
              <a:lnSpc>
                <a:spcPts val="3200"/>
              </a:lnSpc>
              <a:spcBef>
                <a:spcPct val="0"/>
              </a:spcBef>
            </a:pPr>
            <a:r>
              <a:rPr lang="en-US" sz="2286" u="none" strike="noStrike">
                <a:solidFill>
                  <a:srgbClr val="051D40"/>
                </a:solidFill>
                <a:latin typeface="Open Sans Extra Bold"/>
              </a:rPr>
              <a:t>Data analytics</a:t>
            </a:r>
          </a:p>
        </p:txBody>
      </p:sp>
      <p:sp>
        <p:nvSpPr>
          <p:cNvPr id="32" name="TextBox 32"/>
          <p:cNvSpPr txBox="1"/>
          <p:nvPr/>
        </p:nvSpPr>
        <p:spPr>
          <a:xfrm>
            <a:off x="521010" y="7135947"/>
            <a:ext cx="5297877" cy="1056256"/>
          </a:xfrm>
          <a:prstGeom prst="rect">
            <a:avLst/>
          </a:prstGeom>
        </p:spPr>
        <p:txBody>
          <a:bodyPr lIns="0" tIns="0" rIns="0" bIns="0" rtlCol="0" anchor="t">
            <a:spAutoFit/>
          </a:bodyPr>
          <a:lstStyle/>
          <a:p>
            <a:pPr marL="0" lvl="0" indent="0" algn="ctr">
              <a:lnSpc>
                <a:spcPts val="2145"/>
              </a:lnSpc>
              <a:spcBef>
                <a:spcPct val="0"/>
              </a:spcBef>
            </a:pPr>
            <a:r>
              <a:rPr lang="en-US" sz="1532" u="none" strike="noStrike" spc="-30">
                <a:solidFill>
                  <a:srgbClr val="051D40"/>
                </a:solidFill>
                <a:latin typeface="Poppins"/>
              </a:rPr>
              <a:t>Lorem ipsum dolor sit amet, consectetur adipiscing elit. Nullam laoreet risus fringilla, egestas elit a, consequat augue. Phasellus sollicitudin felis mi, quis egestas ex ornare sed sollicitudin.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35388"/>
        </a:solidFill>
        <a:effectLst/>
      </p:bgPr>
    </p:bg>
    <p:spTree>
      <p:nvGrpSpPr>
        <p:cNvPr id="1" name=""/>
        <p:cNvGrpSpPr/>
        <p:nvPr/>
      </p:nvGrpSpPr>
      <p:grpSpPr>
        <a:xfrm>
          <a:off x="0" y="0"/>
          <a:ext cx="0" cy="0"/>
          <a:chOff x="0" y="0"/>
          <a:chExt cx="0" cy="0"/>
        </a:xfrm>
      </p:grpSpPr>
      <p:sp>
        <p:nvSpPr>
          <p:cNvPr id="2" name="Freeform 2"/>
          <p:cNvSpPr/>
          <p:nvPr/>
        </p:nvSpPr>
        <p:spPr>
          <a:xfrm>
            <a:off x="13402273" y="-8767"/>
            <a:ext cx="4907787" cy="10295767"/>
          </a:xfrm>
          <a:custGeom>
            <a:avLst/>
            <a:gdLst/>
            <a:ahLst/>
            <a:cxnLst/>
            <a:rect l="l" t="t" r="r" b="b"/>
            <a:pathLst>
              <a:path w="4907787" h="10295767">
                <a:moveTo>
                  <a:pt x="0" y="0"/>
                </a:moveTo>
                <a:lnTo>
                  <a:pt x="4907787" y="0"/>
                </a:lnTo>
                <a:lnTo>
                  <a:pt x="4907787" y="10295767"/>
                </a:lnTo>
                <a:lnTo>
                  <a:pt x="0" y="10295767"/>
                </a:lnTo>
                <a:lnTo>
                  <a:pt x="0" y="0"/>
                </a:lnTo>
                <a:close/>
              </a:path>
            </a:pathLst>
          </a:custGeom>
          <a:blipFill>
            <a:blip r:embed="rId2"/>
            <a:stretch>
              <a:fillRect l="-19884" r="-19884"/>
            </a:stretch>
          </a:blipFill>
        </p:spPr>
        <p:txBody>
          <a:bodyPr/>
          <a:lstStyle/>
          <a:p>
            <a:endParaRPr lang="en-US"/>
          </a:p>
        </p:txBody>
      </p:sp>
      <p:grpSp>
        <p:nvGrpSpPr>
          <p:cNvPr id="3" name="Group 3"/>
          <p:cNvGrpSpPr/>
          <p:nvPr/>
        </p:nvGrpSpPr>
        <p:grpSpPr>
          <a:xfrm>
            <a:off x="1028700" y="3852968"/>
            <a:ext cx="14586028" cy="5088907"/>
            <a:chOff x="0" y="0"/>
            <a:chExt cx="3841588" cy="1340288"/>
          </a:xfrm>
        </p:grpSpPr>
        <p:sp>
          <p:nvSpPr>
            <p:cNvPr id="4" name="Freeform 4"/>
            <p:cNvSpPr/>
            <p:nvPr/>
          </p:nvSpPr>
          <p:spPr>
            <a:xfrm>
              <a:off x="0" y="0"/>
              <a:ext cx="3841588" cy="1340288"/>
            </a:xfrm>
            <a:custGeom>
              <a:avLst/>
              <a:gdLst/>
              <a:ahLst/>
              <a:cxnLst/>
              <a:rect l="l" t="t" r="r" b="b"/>
              <a:pathLst>
                <a:path w="3841588" h="1340288">
                  <a:moveTo>
                    <a:pt x="9023" y="0"/>
                  </a:moveTo>
                  <a:lnTo>
                    <a:pt x="3832565" y="0"/>
                  </a:lnTo>
                  <a:cubicBezTo>
                    <a:pt x="3837548" y="0"/>
                    <a:pt x="3841588" y="4040"/>
                    <a:pt x="3841588" y="9023"/>
                  </a:cubicBezTo>
                  <a:lnTo>
                    <a:pt x="3841588" y="1331265"/>
                  </a:lnTo>
                  <a:cubicBezTo>
                    <a:pt x="3841588" y="1336248"/>
                    <a:pt x="3837548" y="1340288"/>
                    <a:pt x="3832565" y="1340288"/>
                  </a:cubicBezTo>
                  <a:lnTo>
                    <a:pt x="9023" y="1340288"/>
                  </a:lnTo>
                  <a:cubicBezTo>
                    <a:pt x="4040" y="1340288"/>
                    <a:pt x="0" y="1336248"/>
                    <a:pt x="0" y="1331265"/>
                  </a:cubicBezTo>
                  <a:lnTo>
                    <a:pt x="0" y="9023"/>
                  </a:lnTo>
                  <a:cubicBezTo>
                    <a:pt x="0" y="4040"/>
                    <a:pt x="4040" y="0"/>
                    <a:pt x="9023" y="0"/>
                  </a:cubicBezTo>
                  <a:close/>
                </a:path>
              </a:pathLst>
            </a:custGeom>
            <a:solidFill>
              <a:srgbClr val="FDFDFD"/>
            </a:solidFill>
          </p:spPr>
          <p:txBody>
            <a:bodyPr/>
            <a:lstStyle/>
            <a:p>
              <a:endParaRPr lang="en-US"/>
            </a:p>
          </p:txBody>
        </p:sp>
        <p:sp>
          <p:nvSpPr>
            <p:cNvPr id="5" name="TextBox 5"/>
            <p:cNvSpPr txBox="1"/>
            <p:nvPr/>
          </p:nvSpPr>
          <p:spPr>
            <a:xfrm>
              <a:off x="0" y="-38100"/>
              <a:ext cx="3841588" cy="1378388"/>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270420" y="904875"/>
            <a:ext cx="5775957" cy="1126591"/>
          </a:xfrm>
          <a:prstGeom prst="rect">
            <a:avLst/>
          </a:prstGeom>
        </p:spPr>
        <p:txBody>
          <a:bodyPr lIns="0" tIns="0" rIns="0" bIns="0" rtlCol="0" anchor="t">
            <a:spAutoFit/>
          </a:bodyPr>
          <a:lstStyle/>
          <a:p>
            <a:pPr>
              <a:lnSpc>
                <a:spcPts val="9247"/>
              </a:lnSpc>
              <a:spcBef>
                <a:spcPct val="0"/>
              </a:spcBef>
            </a:pPr>
            <a:r>
              <a:rPr lang="en-US" sz="6605">
                <a:solidFill>
                  <a:srgbClr val="FDFDFD"/>
                </a:solidFill>
                <a:latin typeface="Open Sans Extra Bold"/>
              </a:rPr>
              <a:t>Objectives</a:t>
            </a:r>
          </a:p>
        </p:txBody>
      </p:sp>
      <p:sp>
        <p:nvSpPr>
          <p:cNvPr id="7" name="TextBox 7"/>
          <p:cNvSpPr txBox="1"/>
          <p:nvPr/>
        </p:nvSpPr>
        <p:spPr>
          <a:xfrm>
            <a:off x="1270420" y="2245049"/>
            <a:ext cx="9913189" cy="1198344"/>
          </a:xfrm>
          <a:prstGeom prst="rect">
            <a:avLst/>
          </a:prstGeom>
        </p:spPr>
        <p:txBody>
          <a:bodyPr lIns="0" tIns="0" rIns="0" bIns="0" rtlCol="0" anchor="t">
            <a:spAutoFit/>
          </a:bodyPr>
          <a:lstStyle/>
          <a:p>
            <a:pPr>
              <a:lnSpc>
                <a:spcPts val="3238"/>
              </a:lnSpc>
            </a:pPr>
            <a:r>
              <a:rPr lang="en-US" sz="2313" u="none" strike="noStrike" spc="-46">
                <a:solidFill>
                  <a:srgbClr val="FDFDFD"/>
                </a:solidFill>
                <a:latin typeface="Poppins"/>
              </a:rPr>
              <a:t>Lorem ipsum dolor sit amet, consectetur adipiscing elit. Nullam laoreet risus fringilla, egestas elit a, consequat augue. Phasellus sollicitudin felis mi, quis egestas ex ornare sed. </a:t>
            </a:r>
          </a:p>
        </p:txBody>
      </p:sp>
      <p:sp>
        <p:nvSpPr>
          <p:cNvPr id="8" name="Freeform 8"/>
          <p:cNvSpPr/>
          <p:nvPr/>
        </p:nvSpPr>
        <p:spPr>
          <a:xfrm>
            <a:off x="7844851" y="4286548"/>
            <a:ext cx="1232553" cy="1232553"/>
          </a:xfrm>
          <a:custGeom>
            <a:avLst/>
            <a:gdLst/>
            <a:ahLst/>
            <a:cxnLst/>
            <a:rect l="l" t="t" r="r" b="b"/>
            <a:pathLst>
              <a:path w="1232553" h="1232553">
                <a:moveTo>
                  <a:pt x="0" y="0"/>
                </a:moveTo>
                <a:lnTo>
                  <a:pt x="1232553" y="0"/>
                </a:lnTo>
                <a:lnTo>
                  <a:pt x="1232553" y="1232553"/>
                </a:lnTo>
                <a:lnTo>
                  <a:pt x="0" y="1232553"/>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9" name="Freeform 9"/>
          <p:cNvSpPr/>
          <p:nvPr/>
        </p:nvSpPr>
        <p:spPr>
          <a:xfrm>
            <a:off x="3005199" y="4181637"/>
            <a:ext cx="1077227" cy="1247315"/>
          </a:xfrm>
          <a:custGeom>
            <a:avLst/>
            <a:gdLst/>
            <a:ahLst/>
            <a:cxnLst/>
            <a:rect l="l" t="t" r="r" b="b"/>
            <a:pathLst>
              <a:path w="1077227" h="1247315">
                <a:moveTo>
                  <a:pt x="0" y="0"/>
                </a:moveTo>
                <a:lnTo>
                  <a:pt x="1077227" y="0"/>
                </a:lnTo>
                <a:lnTo>
                  <a:pt x="1077227" y="1247315"/>
                </a:lnTo>
                <a:lnTo>
                  <a:pt x="0" y="1247315"/>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10" name="Freeform 10"/>
          <p:cNvSpPr/>
          <p:nvPr/>
        </p:nvSpPr>
        <p:spPr>
          <a:xfrm>
            <a:off x="12334954" y="4376697"/>
            <a:ext cx="1361742" cy="1052255"/>
          </a:xfrm>
          <a:custGeom>
            <a:avLst/>
            <a:gdLst/>
            <a:ahLst/>
            <a:cxnLst/>
            <a:rect l="l" t="t" r="r" b="b"/>
            <a:pathLst>
              <a:path w="1361742" h="1052255">
                <a:moveTo>
                  <a:pt x="0" y="0"/>
                </a:moveTo>
                <a:lnTo>
                  <a:pt x="1361742" y="0"/>
                </a:lnTo>
                <a:lnTo>
                  <a:pt x="1361742" y="1052255"/>
                </a:lnTo>
                <a:lnTo>
                  <a:pt x="0" y="1052255"/>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US"/>
          </a:p>
        </p:txBody>
      </p:sp>
      <p:grpSp>
        <p:nvGrpSpPr>
          <p:cNvPr id="11" name="Group 11"/>
          <p:cNvGrpSpPr/>
          <p:nvPr/>
        </p:nvGrpSpPr>
        <p:grpSpPr>
          <a:xfrm>
            <a:off x="15573718" y="7940477"/>
            <a:ext cx="4693046" cy="469304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1462920" y="6384261"/>
            <a:ext cx="4161784" cy="2054929"/>
          </a:xfrm>
          <a:prstGeom prst="rect">
            <a:avLst/>
          </a:prstGeom>
        </p:spPr>
        <p:txBody>
          <a:bodyPr lIns="0" tIns="0" rIns="0" bIns="0" rtlCol="0" anchor="t">
            <a:spAutoFit/>
          </a:bodyPr>
          <a:lstStyle/>
          <a:p>
            <a:pPr algn="ctr">
              <a:lnSpc>
                <a:spcPts val="2763"/>
              </a:lnSpc>
            </a:pPr>
            <a:r>
              <a:rPr lang="en-US" sz="1973" u="none" strike="noStrike" spc="-39">
                <a:solidFill>
                  <a:srgbClr val="145DA0"/>
                </a:solidFill>
                <a:latin typeface="Poppins"/>
              </a:rPr>
              <a:t>Lorem ipsum dolor sit amet, consectetur adipiscing elit. Nullam laoreet risus fringilla, egestas elit a, consequat augue. Phasellus sollicitudin felis mi, quis egestas ex ornare sed quis adipiscing. </a:t>
            </a:r>
          </a:p>
        </p:txBody>
      </p:sp>
      <p:sp>
        <p:nvSpPr>
          <p:cNvPr id="15" name="AutoShape 15"/>
          <p:cNvSpPr/>
          <p:nvPr/>
        </p:nvSpPr>
        <p:spPr>
          <a:xfrm>
            <a:off x="5938890" y="4181637"/>
            <a:ext cx="0" cy="4410340"/>
          </a:xfrm>
          <a:prstGeom prst="line">
            <a:avLst/>
          </a:prstGeom>
          <a:ln w="38100" cap="flat">
            <a:solidFill>
              <a:srgbClr val="335388"/>
            </a:solidFill>
            <a:prstDash val="solid"/>
            <a:headEnd type="none" w="sm" len="sm"/>
            <a:tailEnd type="none" w="sm" len="sm"/>
          </a:ln>
        </p:spPr>
        <p:txBody>
          <a:bodyPr/>
          <a:lstStyle/>
          <a:p>
            <a:endParaRPr lang="en-US"/>
          </a:p>
        </p:txBody>
      </p:sp>
      <p:sp>
        <p:nvSpPr>
          <p:cNvPr id="16" name="TextBox 16"/>
          <p:cNvSpPr txBox="1"/>
          <p:nvPr/>
        </p:nvSpPr>
        <p:spPr>
          <a:xfrm>
            <a:off x="2369568" y="5756734"/>
            <a:ext cx="2348490" cy="465294"/>
          </a:xfrm>
          <a:prstGeom prst="rect">
            <a:avLst/>
          </a:prstGeom>
        </p:spPr>
        <p:txBody>
          <a:bodyPr lIns="0" tIns="0" rIns="0" bIns="0" rtlCol="0" anchor="t">
            <a:spAutoFit/>
          </a:bodyPr>
          <a:lstStyle/>
          <a:p>
            <a:pPr algn="ctr">
              <a:lnSpc>
                <a:spcPts val="3759"/>
              </a:lnSpc>
              <a:spcBef>
                <a:spcPct val="0"/>
              </a:spcBef>
            </a:pPr>
            <a:r>
              <a:rPr lang="en-US" sz="2685">
                <a:solidFill>
                  <a:srgbClr val="145DA0"/>
                </a:solidFill>
                <a:latin typeface="Open Sans Extra Bold"/>
              </a:rPr>
              <a:t>Objective 01</a:t>
            </a:r>
          </a:p>
        </p:txBody>
      </p:sp>
      <p:sp>
        <p:nvSpPr>
          <p:cNvPr id="17" name="TextBox 17"/>
          <p:cNvSpPr txBox="1"/>
          <p:nvPr/>
        </p:nvSpPr>
        <p:spPr>
          <a:xfrm>
            <a:off x="6299437" y="6409167"/>
            <a:ext cx="4161784" cy="2054929"/>
          </a:xfrm>
          <a:prstGeom prst="rect">
            <a:avLst/>
          </a:prstGeom>
        </p:spPr>
        <p:txBody>
          <a:bodyPr lIns="0" tIns="0" rIns="0" bIns="0" rtlCol="0" anchor="t">
            <a:spAutoFit/>
          </a:bodyPr>
          <a:lstStyle/>
          <a:p>
            <a:pPr algn="ctr">
              <a:lnSpc>
                <a:spcPts val="2763"/>
              </a:lnSpc>
            </a:pPr>
            <a:r>
              <a:rPr lang="en-US" sz="1973" u="none" strike="noStrike" spc="-39">
                <a:solidFill>
                  <a:srgbClr val="145DA0"/>
                </a:solidFill>
                <a:latin typeface="Poppins"/>
              </a:rPr>
              <a:t>Lorem ipsum dolor sit amet, consectetur adipiscing elit. Nullam laoreet risus fringilla, egestas elit a, consequat augue. Phasellus sollicitudin felis mi, quis egestas ex ornare sed quis adipiscing. </a:t>
            </a:r>
          </a:p>
        </p:txBody>
      </p:sp>
      <p:sp>
        <p:nvSpPr>
          <p:cNvPr id="18" name="TextBox 18"/>
          <p:cNvSpPr txBox="1"/>
          <p:nvPr/>
        </p:nvSpPr>
        <p:spPr>
          <a:xfrm>
            <a:off x="7206085" y="5781639"/>
            <a:ext cx="2348490" cy="465294"/>
          </a:xfrm>
          <a:prstGeom prst="rect">
            <a:avLst/>
          </a:prstGeom>
        </p:spPr>
        <p:txBody>
          <a:bodyPr lIns="0" tIns="0" rIns="0" bIns="0" rtlCol="0" anchor="t">
            <a:spAutoFit/>
          </a:bodyPr>
          <a:lstStyle/>
          <a:p>
            <a:pPr algn="ctr">
              <a:lnSpc>
                <a:spcPts val="3759"/>
              </a:lnSpc>
              <a:spcBef>
                <a:spcPct val="0"/>
              </a:spcBef>
            </a:pPr>
            <a:r>
              <a:rPr lang="en-US" sz="2685">
                <a:solidFill>
                  <a:srgbClr val="145DA0"/>
                </a:solidFill>
                <a:latin typeface="Open Sans Extra Bold"/>
              </a:rPr>
              <a:t>Objective 02</a:t>
            </a:r>
          </a:p>
        </p:txBody>
      </p:sp>
      <p:sp>
        <p:nvSpPr>
          <p:cNvPr id="19" name="TextBox 19"/>
          <p:cNvSpPr txBox="1"/>
          <p:nvPr/>
        </p:nvSpPr>
        <p:spPr>
          <a:xfrm>
            <a:off x="10957083" y="6409167"/>
            <a:ext cx="4161784" cy="2054929"/>
          </a:xfrm>
          <a:prstGeom prst="rect">
            <a:avLst/>
          </a:prstGeom>
        </p:spPr>
        <p:txBody>
          <a:bodyPr lIns="0" tIns="0" rIns="0" bIns="0" rtlCol="0" anchor="t">
            <a:spAutoFit/>
          </a:bodyPr>
          <a:lstStyle/>
          <a:p>
            <a:pPr algn="ctr">
              <a:lnSpc>
                <a:spcPts val="2763"/>
              </a:lnSpc>
            </a:pPr>
            <a:r>
              <a:rPr lang="en-US" sz="1973" u="none" strike="noStrike" spc="-39">
                <a:solidFill>
                  <a:srgbClr val="145DA0"/>
                </a:solidFill>
                <a:latin typeface="Poppins"/>
              </a:rPr>
              <a:t>Lorem ipsum dolor sit amet, consectetur adipiscing elit. Nullam laoreet risus fringilla, egestas elit a, consequat augue. Phasellus sollicitudin felis mi, quis egestas ex ornare sed quis adipiscing. </a:t>
            </a:r>
          </a:p>
        </p:txBody>
      </p:sp>
      <p:sp>
        <p:nvSpPr>
          <p:cNvPr id="20" name="TextBox 20"/>
          <p:cNvSpPr txBox="1"/>
          <p:nvPr/>
        </p:nvSpPr>
        <p:spPr>
          <a:xfrm>
            <a:off x="11863730" y="5781639"/>
            <a:ext cx="2348490" cy="465294"/>
          </a:xfrm>
          <a:prstGeom prst="rect">
            <a:avLst/>
          </a:prstGeom>
        </p:spPr>
        <p:txBody>
          <a:bodyPr lIns="0" tIns="0" rIns="0" bIns="0" rtlCol="0" anchor="t">
            <a:spAutoFit/>
          </a:bodyPr>
          <a:lstStyle/>
          <a:p>
            <a:pPr algn="ctr">
              <a:lnSpc>
                <a:spcPts val="3759"/>
              </a:lnSpc>
              <a:spcBef>
                <a:spcPct val="0"/>
              </a:spcBef>
            </a:pPr>
            <a:r>
              <a:rPr lang="en-US" sz="2685">
                <a:solidFill>
                  <a:srgbClr val="145DA0"/>
                </a:solidFill>
                <a:latin typeface="Open Sans Extra Bold"/>
              </a:rPr>
              <a:t>Objective 03</a:t>
            </a:r>
          </a:p>
        </p:txBody>
      </p:sp>
      <p:sp>
        <p:nvSpPr>
          <p:cNvPr id="21" name="AutoShape 21"/>
          <p:cNvSpPr/>
          <p:nvPr/>
        </p:nvSpPr>
        <p:spPr>
          <a:xfrm>
            <a:off x="10706179" y="4181637"/>
            <a:ext cx="0" cy="4410340"/>
          </a:xfrm>
          <a:prstGeom prst="line">
            <a:avLst/>
          </a:prstGeom>
          <a:ln w="38100" cap="flat">
            <a:solidFill>
              <a:srgbClr val="335388"/>
            </a:solidFill>
            <a:prstDash val="solid"/>
            <a:headEnd type="none" w="sm" len="sm"/>
            <a:tailEnd type="none" w="sm" len="sm"/>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656283" y="-2445901"/>
            <a:ext cx="15178802" cy="1517880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335388"/>
              </a:solidFill>
              <a:prstDash val="solid"/>
              <a:miter/>
            </a:ln>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6007842" y="-1797460"/>
            <a:ext cx="13881919" cy="1388191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388"/>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028700" y="3399437"/>
            <a:ext cx="6033363" cy="799078"/>
          </a:xfrm>
          <a:prstGeom prst="rect">
            <a:avLst/>
          </a:prstGeom>
        </p:spPr>
        <p:txBody>
          <a:bodyPr lIns="0" tIns="0" rIns="0" bIns="0" rtlCol="0" anchor="t">
            <a:spAutoFit/>
          </a:bodyPr>
          <a:lstStyle/>
          <a:p>
            <a:pPr marL="0" lvl="0" indent="0">
              <a:lnSpc>
                <a:spcPts val="6553"/>
              </a:lnSpc>
              <a:spcBef>
                <a:spcPct val="0"/>
              </a:spcBef>
            </a:pPr>
            <a:r>
              <a:rPr lang="en-US" sz="4680">
                <a:solidFill>
                  <a:srgbClr val="FDFDFD"/>
                </a:solidFill>
                <a:latin typeface="Open Sans Extra Bold"/>
              </a:rPr>
              <a:t>Marketing Strategy</a:t>
            </a:r>
          </a:p>
        </p:txBody>
      </p:sp>
      <p:sp>
        <p:nvSpPr>
          <p:cNvPr id="9" name="TextBox 9"/>
          <p:cNvSpPr txBox="1"/>
          <p:nvPr/>
        </p:nvSpPr>
        <p:spPr>
          <a:xfrm>
            <a:off x="1028700" y="4421329"/>
            <a:ext cx="5885945" cy="2380509"/>
          </a:xfrm>
          <a:prstGeom prst="rect">
            <a:avLst/>
          </a:prstGeom>
        </p:spPr>
        <p:txBody>
          <a:bodyPr lIns="0" tIns="0" rIns="0" bIns="0" rtlCol="0" anchor="t">
            <a:spAutoFit/>
          </a:bodyPr>
          <a:lstStyle/>
          <a:p>
            <a:pPr>
              <a:lnSpc>
                <a:spcPts val="3122"/>
              </a:lnSpc>
            </a:pPr>
            <a:r>
              <a:rPr lang="en-US" sz="2230" u="none" strike="noStrike" spc="-44">
                <a:solidFill>
                  <a:srgbClr val="FDFDFD"/>
                </a:solidFill>
                <a:latin typeface="Poppins"/>
              </a:rPr>
              <a:t>Lorem ipsum dolor sit amet, consectetur adipiscing elit. Nullam laoreet risus fringilla, egestas elit a, consequat risus augue. Phasellus sollicitudin felis mi, risus quis egestas ex ornare sed quis adipiscing consectetur laoreet. </a:t>
            </a:r>
          </a:p>
        </p:txBody>
      </p:sp>
      <p:sp>
        <p:nvSpPr>
          <p:cNvPr id="10" name="Freeform 10"/>
          <p:cNvSpPr/>
          <p:nvPr/>
        </p:nvSpPr>
        <p:spPr>
          <a:xfrm>
            <a:off x="8618101" y="1767991"/>
            <a:ext cx="1424256" cy="1424256"/>
          </a:xfrm>
          <a:custGeom>
            <a:avLst/>
            <a:gdLst/>
            <a:ahLst/>
            <a:cxnLst/>
            <a:rect l="l" t="t" r="r" b="b"/>
            <a:pathLst>
              <a:path w="1424256" h="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11" name="TextBox 11"/>
          <p:cNvSpPr txBox="1"/>
          <p:nvPr/>
        </p:nvSpPr>
        <p:spPr>
          <a:xfrm>
            <a:off x="10162447" y="1825672"/>
            <a:ext cx="5768345" cy="1261270"/>
          </a:xfrm>
          <a:prstGeom prst="rect">
            <a:avLst/>
          </a:prstGeom>
        </p:spPr>
        <p:txBody>
          <a:bodyPr lIns="0" tIns="0" rIns="0" bIns="0" rtlCol="0" anchor="t">
            <a:spAutoFit/>
          </a:bodyPr>
          <a:lstStyle/>
          <a:p>
            <a:pPr>
              <a:lnSpc>
                <a:spcPts val="2495"/>
              </a:lnSpc>
            </a:pPr>
            <a:r>
              <a:rPr lang="en-US" sz="1782" u="none" strike="noStrike" spc="-35">
                <a:solidFill>
                  <a:srgbClr val="145DA0"/>
                </a:solidFill>
                <a:latin typeface="Poppins"/>
              </a:rPr>
              <a:t>Lorem ipsum dolor sit amet, consectetur adipiscing elit. Nullam laoreet risus fringilla, egestas elit a, consequat augue. Phasellus sollicitudin felis mi, quis egestas ex ornare sed quis adipiscing. </a:t>
            </a:r>
          </a:p>
        </p:txBody>
      </p:sp>
      <p:sp>
        <p:nvSpPr>
          <p:cNvPr id="12" name="TextBox 12"/>
          <p:cNvSpPr txBox="1"/>
          <p:nvPr/>
        </p:nvSpPr>
        <p:spPr>
          <a:xfrm>
            <a:off x="8763159" y="2041203"/>
            <a:ext cx="1134140" cy="801632"/>
          </a:xfrm>
          <a:prstGeom prst="rect">
            <a:avLst/>
          </a:prstGeom>
        </p:spPr>
        <p:txBody>
          <a:bodyPr lIns="0" tIns="0" rIns="0" bIns="0" rtlCol="0" anchor="t">
            <a:spAutoFit/>
          </a:bodyPr>
          <a:lstStyle/>
          <a:p>
            <a:pPr marL="0" lvl="0" indent="0" algn="ctr">
              <a:lnSpc>
                <a:spcPts val="6697"/>
              </a:lnSpc>
              <a:spcBef>
                <a:spcPct val="0"/>
              </a:spcBef>
            </a:pPr>
            <a:r>
              <a:rPr lang="en-US" sz="4784">
                <a:solidFill>
                  <a:srgbClr val="FDFDFD"/>
                </a:solidFill>
                <a:latin typeface="Open Sans Extra Bold"/>
              </a:rPr>
              <a:t>01</a:t>
            </a:r>
          </a:p>
        </p:txBody>
      </p:sp>
      <p:sp>
        <p:nvSpPr>
          <p:cNvPr id="13" name="Freeform 13"/>
          <p:cNvSpPr/>
          <p:nvPr/>
        </p:nvSpPr>
        <p:spPr>
          <a:xfrm>
            <a:off x="9144000" y="3541391"/>
            <a:ext cx="1424256" cy="1424256"/>
          </a:xfrm>
          <a:custGeom>
            <a:avLst/>
            <a:gdLst/>
            <a:ahLst/>
            <a:cxnLst/>
            <a:rect l="l" t="t" r="r" b="b"/>
            <a:pathLst>
              <a:path w="1424256" h="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14" name="TextBox 14"/>
          <p:cNvSpPr txBox="1"/>
          <p:nvPr/>
        </p:nvSpPr>
        <p:spPr>
          <a:xfrm>
            <a:off x="10688346" y="3599072"/>
            <a:ext cx="5768345" cy="1261270"/>
          </a:xfrm>
          <a:prstGeom prst="rect">
            <a:avLst/>
          </a:prstGeom>
        </p:spPr>
        <p:txBody>
          <a:bodyPr lIns="0" tIns="0" rIns="0" bIns="0" rtlCol="0" anchor="t">
            <a:spAutoFit/>
          </a:bodyPr>
          <a:lstStyle/>
          <a:p>
            <a:pPr>
              <a:lnSpc>
                <a:spcPts val="2495"/>
              </a:lnSpc>
            </a:pPr>
            <a:r>
              <a:rPr lang="en-US" sz="1782" u="none" strike="noStrike" spc="-35">
                <a:solidFill>
                  <a:srgbClr val="145DA0"/>
                </a:solidFill>
                <a:latin typeface="Poppins"/>
              </a:rPr>
              <a:t>Lorem ipsum dolor sit amet, consectetur adipiscing elit. Nullam laoreet risus fringilla, egestas elit a, consequat augue. Phasellus sollicitudin felis mi, quis egestas ex ornare sed quis adipiscing. </a:t>
            </a:r>
          </a:p>
        </p:txBody>
      </p:sp>
      <p:sp>
        <p:nvSpPr>
          <p:cNvPr id="15" name="TextBox 15"/>
          <p:cNvSpPr txBox="1"/>
          <p:nvPr/>
        </p:nvSpPr>
        <p:spPr>
          <a:xfrm>
            <a:off x="9289058" y="3814603"/>
            <a:ext cx="1134140" cy="801632"/>
          </a:xfrm>
          <a:prstGeom prst="rect">
            <a:avLst/>
          </a:prstGeom>
        </p:spPr>
        <p:txBody>
          <a:bodyPr lIns="0" tIns="0" rIns="0" bIns="0" rtlCol="0" anchor="t">
            <a:spAutoFit/>
          </a:bodyPr>
          <a:lstStyle/>
          <a:p>
            <a:pPr marL="0" lvl="0" indent="0" algn="ctr">
              <a:lnSpc>
                <a:spcPts val="6697"/>
              </a:lnSpc>
              <a:spcBef>
                <a:spcPct val="0"/>
              </a:spcBef>
            </a:pPr>
            <a:r>
              <a:rPr lang="en-US" sz="4784">
                <a:solidFill>
                  <a:srgbClr val="FDFDFD"/>
                </a:solidFill>
                <a:latin typeface="Open Sans Extra Bold"/>
              </a:rPr>
              <a:t>02</a:t>
            </a:r>
          </a:p>
        </p:txBody>
      </p:sp>
      <p:sp>
        <p:nvSpPr>
          <p:cNvPr id="16" name="Freeform 16"/>
          <p:cNvSpPr/>
          <p:nvPr/>
        </p:nvSpPr>
        <p:spPr>
          <a:xfrm>
            <a:off x="9144000" y="5318072"/>
            <a:ext cx="1424256" cy="1424256"/>
          </a:xfrm>
          <a:custGeom>
            <a:avLst/>
            <a:gdLst/>
            <a:ahLst/>
            <a:cxnLst/>
            <a:rect l="l" t="t" r="r" b="b"/>
            <a:pathLst>
              <a:path w="1424256" h="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17" name="TextBox 17"/>
          <p:cNvSpPr txBox="1"/>
          <p:nvPr/>
        </p:nvSpPr>
        <p:spPr>
          <a:xfrm>
            <a:off x="10688346" y="5375752"/>
            <a:ext cx="5768345" cy="1261270"/>
          </a:xfrm>
          <a:prstGeom prst="rect">
            <a:avLst/>
          </a:prstGeom>
        </p:spPr>
        <p:txBody>
          <a:bodyPr lIns="0" tIns="0" rIns="0" bIns="0" rtlCol="0" anchor="t">
            <a:spAutoFit/>
          </a:bodyPr>
          <a:lstStyle/>
          <a:p>
            <a:pPr>
              <a:lnSpc>
                <a:spcPts val="2495"/>
              </a:lnSpc>
            </a:pPr>
            <a:r>
              <a:rPr lang="en-US" sz="1782" u="none" strike="noStrike" spc="-35">
                <a:solidFill>
                  <a:srgbClr val="145DA0"/>
                </a:solidFill>
                <a:latin typeface="Poppins"/>
              </a:rPr>
              <a:t>Lorem ipsum dolor sit amet, consectetur adipiscing elit. Nullam laoreet risus fringilla, egestas elit a, consequat augue. Phasellus sollicitudin felis mi, quis egestas ex ornare sed quis adipiscing. </a:t>
            </a:r>
          </a:p>
        </p:txBody>
      </p:sp>
      <p:sp>
        <p:nvSpPr>
          <p:cNvPr id="18" name="TextBox 18"/>
          <p:cNvSpPr txBox="1"/>
          <p:nvPr/>
        </p:nvSpPr>
        <p:spPr>
          <a:xfrm>
            <a:off x="9289058" y="5591284"/>
            <a:ext cx="1134140" cy="801632"/>
          </a:xfrm>
          <a:prstGeom prst="rect">
            <a:avLst/>
          </a:prstGeom>
        </p:spPr>
        <p:txBody>
          <a:bodyPr lIns="0" tIns="0" rIns="0" bIns="0" rtlCol="0" anchor="t">
            <a:spAutoFit/>
          </a:bodyPr>
          <a:lstStyle/>
          <a:p>
            <a:pPr marL="0" lvl="0" indent="0" algn="ctr">
              <a:lnSpc>
                <a:spcPts val="6697"/>
              </a:lnSpc>
              <a:spcBef>
                <a:spcPct val="0"/>
              </a:spcBef>
            </a:pPr>
            <a:r>
              <a:rPr lang="en-US" sz="4784">
                <a:solidFill>
                  <a:srgbClr val="FDFDFD"/>
                </a:solidFill>
                <a:latin typeface="Open Sans Extra Bold"/>
              </a:rPr>
              <a:t>03</a:t>
            </a:r>
          </a:p>
        </p:txBody>
      </p:sp>
      <p:sp>
        <p:nvSpPr>
          <p:cNvPr id="19" name="Freeform 19"/>
          <p:cNvSpPr/>
          <p:nvPr/>
        </p:nvSpPr>
        <p:spPr>
          <a:xfrm>
            <a:off x="8618101" y="7094753"/>
            <a:ext cx="1424256" cy="1424256"/>
          </a:xfrm>
          <a:custGeom>
            <a:avLst/>
            <a:gdLst/>
            <a:ahLst/>
            <a:cxnLst/>
            <a:rect l="l" t="t" r="r" b="b"/>
            <a:pathLst>
              <a:path w="1424256" h="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20" name="TextBox 20"/>
          <p:cNvSpPr txBox="1"/>
          <p:nvPr/>
        </p:nvSpPr>
        <p:spPr>
          <a:xfrm>
            <a:off x="10162447" y="7152433"/>
            <a:ext cx="5768345" cy="1261270"/>
          </a:xfrm>
          <a:prstGeom prst="rect">
            <a:avLst/>
          </a:prstGeom>
        </p:spPr>
        <p:txBody>
          <a:bodyPr lIns="0" tIns="0" rIns="0" bIns="0" rtlCol="0" anchor="t">
            <a:spAutoFit/>
          </a:bodyPr>
          <a:lstStyle/>
          <a:p>
            <a:pPr>
              <a:lnSpc>
                <a:spcPts val="2495"/>
              </a:lnSpc>
            </a:pPr>
            <a:r>
              <a:rPr lang="en-US" sz="1782" u="none" strike="noStrike" spc="-35">
                <a:solidFill>
                  <a:srgbClr val="145DA0"/>
                </a:solidFill>
                <a:latin typeface="Poppins"/>
              </a:rPr>
              <a:t>Lorem ipsum dolor sit amet, consectetur adipiscing elit. Nullam laoreet risus fringilla, egestas elit a, consequat augue. Phasellus sollicitudin felis mi, quis egestas ex ornare sed quis adipiscing. </a:t>
            </a:r>
          </a:p>
        </p:txBody>
      </p:sp>
      <p:sp>
        <p:nvSpPr>
          <p:cNvPr id="21" name="TextBox 21"/>
          <p:cNvSpPr txBox="1"/>
          <p:nvPr/>
        </p:nvSpPr>
        <p:spPr>
          <a:xfrm>
            <a:off x="8763159" y="7367965"/>
            <a:ext cx="1134140" cy="801632"/>
          </a:xfrm>
          <a:prstGeom prst="rect">
            <a:avLst/>
          </a:prstGeom>
        </p:spPr>
        <p:txBody>
          <a:bodyPr lIns="0" tIns="0" rIns="0" bIns="0" rtlCol="0" anchor="t">
            <a:spAutoFit/>
          </a:bodyPr>
          <a:lstStyle/>
          <a:p>
            <a:pPr marL="0" lvl="0" indent="0" algn="ctr">
              <a:lnSpc>
                <a:spcPts val="6697"/>
              </a:lnSpc>
              <a:spcBef>
                <a:spcPct val="0"/>
              </a:spcBef>
            </a:pPr>
            <a:r>
              <a:rPr lang="en-US" sz="4784">
                <a:solidFill>
                  <a:srgbClr val="FDFDFD"/>
                </a:solidFill>
                <a:latin typeface="Open Sans Extra Bold"/>
              </a:rPr>
              <a:t>04</a:t>
            </a:r>
          </a:p>
        </p:txBody>
      </p:sp>
      <p:grpSp>
        <p:nvGrpSpPr>
          <p:cNvPr id="22" name="Group 22"/>
          <p:cNvGrpSpPr/>
          <p:nvPr/>
        </p:nvGrpSpPr>
        <p:grpSpPr>
          <a:xfrm>
            <a:off x="7905455" y="2656032"/>
            <a:ext cx="373607" cy="37360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txBody>
            <a:bodyPr/>
            <a:lstStyle/>
            <a:p>
              <a:endParaRPr lang="en-US"/>
            </a:p>
          </p:txBody>
        </p:sp>
        <p:sp>
          <p:nvSpPr>
            <p:cNvPr id="24" name="TextBox 24"/>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grpSp>
        <p:nvGrpSpPr>
          <p:cNvPr id="25" name="Group 25"/>
          <p:cNvGrpSpPr/>
          <p:nvPr/>
        </p:nvGrpSpPr>
        <p:grpSpPr>
          <a:xfrm>
            <a:off x="8315313" y="4180490"/>
            <a:ext cx="373607" cy="373607"/>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txBody>
            <a:bodyPr/>
            <a:lstStyle/>
            <a:p>
              <a:endParaRPr lang="en-US"/>
            </a:p>
          </p:txBody>
        </p:sp>
        <p:sp>
          <p:nvSpPr>
            <p:cNvPr id="27" name="TextBox 27"/>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grpSp>
        <p:nvGrpSpPr>
          <p:cNvPr id="28" name="Group 28"/>
          <p:cNvGrpSpPr/>
          <p:nvPr/>
        </p:nvGrpSpPr>
        <p:grpSpPr>
          <a:xfrm>
            <a:off x="7944228" y="7402839"/>
            <a:ext cx="373607" cy="373607"/>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txBody>
            <a:bodyPr/>
            <a:lstStyle/>
            <a:p>
              <a:endParaRPr lang="en-US"/>
            </a:p>
          </p:txBody>
        </p:sp>
        <p:sp>
          <p:nvSpPr>
            <p:cNvPr id="30" name="TextBox 30"/>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grpSp>
        <p:nvGrpSpPr>
          <p:cNvPr id="31" name="Group 31"/>
          <p:cNvGrpSpPr/>
          <p:nvPr/>
        </p:nvGrpSpPr>
        <p:grpSpPr>
          <a:xfrm>
            <a:off x="8309460" y="5760481"/>
            <a:ext cx="373607" cy="373607"/>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txBody>
            <a:bodyPr/>
            <a:lstStyle/>
            <a:p>
              <a:endParaRPr lang="en-US"/>
            </a:p>
          </p:txBody>
        </p:sp>
        <p:sp>
          <p:nvSpPr>
            <p:cNvPr id="33" name="TextBox 33"/>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47242" y="242294"/>
            <a:ext cx="17793515" cy="9802411"/>
            <a:chOff x="0" y="0"/>
            <a:chExt cx="4982580" cy="2744893"/>
          </a:xfrm>
        </p:grpSpPr>
        <p:sp>
          <p:nvSpPr>
            <p:cNvPr id="3" name="Freeform 3"/>
            <p:cNvSpPr/>
            <p:nvPr/>
          </p:nvSpPr>
          <p:spPr>
            <a:xfrm>
              <a:off x="0" y="0"/>
              <a:ext cx="4982580" cy="2744893"/>
            </a:xfrm>
            <a:custGeom>
              <a:avLst/>
              <a:gdLst/>
              <a:ahLst/>
              <a:cxnLst/>
              <a:rect l="l" t="t" r="r" b="b"/>
              <a:pathLst>
                <a:path w="4982580" h="2744893">
                  <a:moveTo>
                    <a:pt x="0" y="0"/>
                  </a:moveTo>
                  <a:lnTo>
                    <a:pt x="4982580" y="0"/>
                  </a:lnTo>
                  <a:lnTo>
                    <a:pt x="4982580" y="2744893"/>
                  </a:lnTo>
                  <a:lnTo>
                    <a:pt x="0" y="2744893"/>
                  </a:lnTo>
                  <a:close/>
                </a:path>
              </a:pathLst>
            </a:custGeom>
            <a:solidFill>
              <a:srgbClr val="000000">
                <a:alpha val="0"/>
              </a:srgbClr>
            </a:solidFill>
            <a:ln w="228600" cap="sq">
              <a:solidFill>
                <a:srgbClr val="335388"/>
              </a:solidFill>
              <a:prstDash val="solid"/>
              <a:miter/>
            </a:ln>
          </p:spPr>
          <p:txBody>
            <a:bodyPr/>
            <a:lstStyle/>
            <a:p>
              <a:endParaRPr lang="en-US"/>
            </a:p>
          </p:txBody>
        </p:sp>
        <p:sp>
          <p:nvSpPr>
            <p:cNvPr id="4" name="TextBox 4"/>
            <p:cNvSpPr txBox="1"/>
            <p:nvPr/>
          </p:nvSpPr>
          <p:spPr>
            <a:xfrm>
              <a:off x="0" y="-38100"/>
              <a:ext cx="4982580" cy="278299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2297323" y="8211194"/>
            <a:ext cx="4154377" cy="582587"/>
          </a:xfrm>
          <a:custGeom>
            <a:avLst/>
            <a:gdLst/>
            <a:ahLst/>
            <a:cxnLst/>
            <a:rect l="l" t="t" r="r" b="b"/>
            <a:pathLst>
              <a:path w="4154377" h="582587">
                <a:moveTo>
                  <a:pt x="0" y="0"/>
                </a:moveTo>
                <a:lnTo>
                  <a:pt x="4154377" y="0"/>
                </a:lnTo>
                <a:lnTo>
                  <a:pt x="4154377" y="582587"/>
                </a:lnTo>
                <a:lnTo>
                  <a:pt x="0" y="582587"/>
                </a:lnTo>
                <a:lnTo>
                  <a:pt x="0" y="0"/>
                </a:lnTo>
                <a:close/>
              </a:path>
            </a:pathLst>
          </a:custGeom>
          <a:blipFill>
            <a:blip r:embed="rId2"/>
            <a:stretch>
              <a:fillRect t="-40835"/>
            </a:stretch>
          </a:blipFill>
        </p:spPr>
        <p:txBody>
          <a:bodyPr/>
          <a:lstStyle/>
          <a:p>
            <a:endParaRPr lang="en-US"/>
          </a:p>
        </p:txBody>
      </p:sp>
      <p:grpSp>
        <p:nvGrpSpPr>
          <p:cNvPr id="6" name="Group 6"/>
          <p:cNvGrpSpPr/>
          <p:nvPr/>
        </p:nvGrpSpPr>
        <p:grpSpPr>
          <a:xfrm>
            <a:off x="2272544" y="2466355"/>
            <a:ext cx="4203375" cy="5973865"/>
            <a:chOff x="0" y="0"/>
            <a:chExt cx="1416547" cy="2013207"/>
          </a:xfrm>
        </p:grpSpPr>
        <p:sp>
          <p:nvSpPr>
            <p:cNvPr id="7" name="Freeform 7"/>
            <p:cNvSpPr/>
            <p:nvPr/>
          </p:nvSpPr>
          <p:spPr>
            <a:xfrm>
              <a:off x="0" y="0"/>
              <a:ext cx="1416547" cy="2013207"/>
            </a:xfrm>
            <a:custGeom>
              <a:avLst/>
              <a:gdLst/>
              <a:ahLst/>
              <a:cxnLst/>
              <a:rect l="l" t="t" r="r" b="b"/>
              <a:pathLst>
                <a:path w="1416547" h="2013207">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335388"/>
              </a:solidFill>
              <a:prstDash val="solid"/>
              <a:round/>
            </a:ln>
          </p:spPr>
          <p:txBody>
            <a:bodyPr/>
            <a:lstStyle/>
            <a:p>
              <a:endParaRPr lang="en-US"/>
            </a:p>
          </p:txBody>
        </p:sp>
        <p:sp>
          <p:nvSpPr>
            <p:cNvPr id="8" name="TextBox 8"/>
            <p:cNvSpPr txBox="1"/>
            <p:nvPr/>
          </p:nvSpPr>
          <p:spPr>
            <a:xfrm>
              <a:off x="0" y="-38100"/>
              <a:ext cx="1416547" cy="205130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9" name="AutoShape 9"/>
          <p:cNvSpPr/>
          <p:nvPr/>
        </p:nvSpPr>
        <p:spPr>
          <a:xfrm>
            <a:off x="2297323" y="5227111"/>
            <a:ext cx="4154377" cy="0"/>
          </a:xfrm>
          <a:prstGeom prst="line">
            <a:avLst/>
          </a:prstGeom>
          <a:ln w="38100" cap="flat">
            <a:solidFill>
              <a:srgbClr val="335388"/>
            </a:solidFill>
            <a:prstDash val="solid"/>
            <a:headEnd type="none" w="sm" len="sm"/>
            <a:tailEnd type="none" w="sm" len="sm"/>
          </a:ln>
        </p:spPr>
        <p:txBody>
          <a:bodyPr/>
          <a:lstStyle/>
          <a:p>
            <a:endParaRPr lang="en-US"/>
          </a:p>
        </p:txBody>
      </p:sp>
      <p:sp>
        <p:nvSpPr>
          <p:cNvPr id="10" name="Freeform 10"/>
          <p:cNvSpPr/>
          <p:nvPr/>
        </p:nvSpPr>
        <p:spPr>
          <a:xfrm>
            <a:off x="3489973" y="2753413"/>
            <a:ext cx="1769077" cy="1769077"/>
          </a:xfrm>
          <a:custGeom>
            <a:avLst/>
            <a:gdLst/>
            <a:ahLst/>
            <a:cxnLst/>
            <a:rect l="l" t="t" r="r" b="b"/>
            <a:pathLst>
              <a:path w="1769077" h="1769077">
                <a:moveTo>
                  <a:pt x="0" y="0"/>
                </a:moveTo>
                <a:lnTo>
                  <a:pt x="1769077" y="0"/>
                </a:lnTo>
                <a:lnTo>
                  <a:pt x="1769077" y="1769077"/>
                </a:lnTo>
                <a:lnTo>
                  <a:pt x="0" y="176907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AutoShape 11"/>
          <p:cNvSpPr/>
          <p:nvPr/>
        </p:nvSpPr>
        <p:spPr>
          <a:xfrm>
            <a:off x="2297323" y="7190257"/>
            <a:ext cx="4154377" cy="0"/>
          </a:xfrm>
          <a:prstGeom prst="line">
            <a:avLst/>
          </a:prstGeom>
          <a:ln w="38100" cap="flat">
            <a:solidFill>
              <a:srgbClr val="335388"/>
            </a:solidFill>
            <a:prstDash val="solid"/>
            <a:headEnd type="none" w="sm" len="sm"/>
            <a:tailEnd type="none" w="sm" len="sm"/>
          </a:ln>
        </p:spPr>
        <p:txBody>
          <a:bodyPr/>
          <a:lstStyle/>
          <a:p>
            <a:endParaRPr lang="en-US"/>
          </a:p>
        </p:txBody>
      </p:sp>
      <p:sp>
        <p:nvSpPr>
          <p:cNvPr id="12" name="Freeform 12"/>
          <p:cNvSpPr/>
          <p:nvPr/>
        </p:nvSpPr>
        <p:spPr>
          <a:xfrm>
            <a:off x="7066494" y="8211194"/>
            <a:ext cx="4154377" cy="582587"/>
          </a:xfrm>
          <a:custGeom>
            <a:avLst/>
            <a:gdLst/>
            <a:ahLst/>
            <a:cxnLst/>
            <a:rect l="l" t="t" r="r" b="b"/>
            <a:pathLst>
              <a:path w="4154377" h="582587">
                <a:moveTo>
                  <a:pt x="0" y="0"/>
                </a:moveTo>
                <a:lnTo>
                  <a:pt x="4154377" y="0"/>
                </a:lnTo>
                <a:lnTo>
                  <a:pt x="4154377" y="582587"/>
                </a:lnTo>
                <a:lnTo>
                  <a:pt x="0" y="582587"/>
                </a:lnTo>
                <a:lnTo>
                  <a:pt x="0" y="0"/>
                </a:lnTo>
                <a:close/>
              </a:path>
            </a:pathLst>
          </a:custGeom>
          <a:blipFill>
            <a:blip r:embed="rId2"/>
            <a:stretch>
              <a:fillRect t="-40835"/>
            </a:stretch>
          </a:blipFill>
        </p:spPr>
        <p:txBody>
          <a:bodyPr/>
          <a:lstStyle/>
          <a:p>
            <a:endParaRPr lang="en-US"/>
          </a:p>
        </p:txBody>
      </p:sp>
      <p:grpSp>
        <p:nvGrpSpPr>
          <p:cNvPr id="13" name="Group 13"/>
          <p:cNvGrpSpPr/>
          <p:nvPr/>
        </p:nvGrpSpPr>
        <p:grpSpPr>
          <a:xfrm>
            <a:off x="7041715" y="2466355"/>
            <a:ext cx="4203375" cy="5973865"/>
            <a:chOff x="0" y="0"/>
            <a:chExt cx="1416547" cy="2013207"/>
          </a:xfrm>
        </p:grpSpPr>
        <p:sp>
          <p:nvSpPr>
            <p:cNvPr id="14" name="Freeform 14"/>
            <p:cNvSpPr/>
            <p:nvPr/>
          </p:nvSpPr>
          <p:spPr>
            <a:xfrm>
              <a:off x="0" y="0"/>
              <a:ext cx="1416547" cy="2013207"/>
            </a:xfrm>
            <a:custGeom>
              <a:avLst/>
              <a:gdLst/>
              <a:ahLst/>
              <a:cxnLst/>
              <a:rect l="l" t="t" r="r" b="b"/>
              <a:pathLst>
                <a:path w="1416547" h="2013207">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335388"/>
              </a:solidFill>
              <a:prstDash val="solid"/>
              <a:round/>
            </a:ln>
          </p:spPr>
          <p:txBody>
            <a:bodyPr/>
            <a:lstStyle/>
            <a:p>
              <a:endParaRPr lang="en-US"/>
            </a:p>
          </p:txBody>
        </p:sp>
        <p:sp>
          <p:nvSpPr>
            <p:cNvPr id="15" name="TextBox 15"/>
            <p:cNvSpPr txBox="1"/>
            <p:nvPr/>
          </p:nvSpPr>
          <p:spPr>
            <a:xfrm>
              <a:off x="0" y="-38100"/>
              <a:ext cx="1416547" cy="205130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6" name="AutoShape 16"/>
          <p:cNvSpPr/>
          <p:nvPr/>
        </p:nvSpPr>
        <p:spPr>
          <a:xfrm>
            <a:off x="7066494" y="5227111"/>
            <a:ext cx="4154377" cy="0"/>
          </a:xfrm>
          <a:prstGeom prst="line">
            <a:avLst/>
          </a:prstGeom>
          <a:ln w="38100" cap="flat">
            <a:solidFill>
              <a:srgbClr val="335388"/>
            </a:solidFill>
            <a:prstDash val="solid"/>
            <a:headEnd type="none" w="sm" len="sm"/>
            <a:tailEnd type="none" w="sm" len="sm"/>
          </a:ln>
        </p:spPr>
        <p:txBody>
          <a:bodyPr/>
          <a:lstStyle/>
          <a:p>
            <a:endParaRPr lang="en-US"/>
          </a:p>
        </p:txBody>
      </p:sp>
      <p:sp>
        <p:nvSpPr>
          <p:cNvPr id="17" name="AutoShape 17"/>
          <p:cNvSpPr/>
          <p:nvPr/>
        </p:nvSpPr>
        <p:spPr>
          <a:xfrm>
            <a:off x="7066494" y="7190257"/>
            <a:ext cx="4154377" cy="0"/>
          </a:xfrm>
          <a:prstGeom prst="line">
            <a:avLst/>
          </a:prstGeom>
          <a:ln w="38100" cap="flat">
            <a:solidFill>
              <a:srgbClr val="335388"/>
            </a:solidFill>
            <a:prstDash val="solid"/>
            <a:headEnd type="none" w="sm" len="sm"/>
            <a:tailEnd type="none" w="sm" len="sm"/>
          </a:ln>
        </p:spPr>
        <p:txBody>
          <a:bodyPr/>
          <a:lstStyle/>
          <a:p>
            <a:endParaRPr lang="en-US"/>
          </a:p>
        </p:txBody>
      </p:sp>
      <p:sp>
        <p:nvSpPr>
          <p:cNvPr id="18" name="Freeform 18"/>
          <p:cNvSpPr/>
          <p:nvPr/>
        </p:nvSpPr>
        <p:spPr>
          <a:xfrm>
            <a:off x="11836861" y="8211194"/>
            <a:ext cx="4154377" cy="582587"/>
          </a:xfrm>
          <a:custGeom>
            <a:avLst/>
            <a:gdLst/>
            <a:ahLst/>
            <a:cxnLst/>
            <a:rect l="l" t="t" r="r" b="b"/>
            <a:pathLst>
              <a:path w="4154377" h="582587">
                <a:moveTo>
                  <a:pt x="0" y="0"/>
                </a:moveTo>
                <a:lnTo>
                  <a:pt x="4154377" y="0"/>
                </a:lnTo>
                <a:lnTo>
                  <a:pt x="4154377" y="582587"/>
                </a:lnTo>
                <a:lnTo>
                  <a:pt x="0" y="582587"/>
                </a:lnTo>
                <a:lnTo>
                  <a:pt x="0" y="0"/>
                </a:lnTo>
                <a:close/>
              </a:path>
            </a:pathLst>
          </a:custGeom>
          <a:blipFill>
            <a:blip r:embed="rId2"/>
            <a:stretch>
              <a:fillRect t="-40835"/>
            </a:stretch>
          </a:blipFill>
        </p:spPr>
        <p:txBody>
          <a:bodyPr/>
          <a:lstStyle/>
          <a:p>
            <a:endParaRPr lang="en-US"/>
          </a:p>
        </p:txBody>
      </p:sp>
      <p:grpSp>
        <p:nvGrpSpPr>
          <p:cNvPr id="19" name="Group 19"/>
          <p:cNvGrpSpPr/>
          <p:nvPr/>
        </p:nvGrpSpPr>
        <p:grpSpPr>
          <a:xfrm>
            <a:off x="11812082" y="2466355"/>
            <a:ext cx="4203375" cy="5973865"/>
            <a:chOff x="0" y="0"/>
            <a:chExt cx="1416547" cy="2013207"/>
          </a:xfrm>
        </p:grpSpPr>
        <p:sp>
          <p:nvSpPr>
            <p:cNvPr id="20" name="Freeform 20"/>
            <p:cNvSpPr/>
            <p:nvPr/>
          </p:nvSpPr>
          <p:spPr>
            <a:xfrm>
              <a:off x="0" y="0"/>
              <a:ext cx="1416547" cy="2013207"/>
            </a:xfrm>
            <a:custGeom>
              <a:avLst/>
              <a:gdLst/>
              <a:ahLst/>
              <a:cxnLst/>
              <a:rect l="l" t="t" r="r" b="b"/>
              <a:pathLst>
                <a:path w="1416547" h="2013207">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335388"/>
              </a:solidFill>
              <a:prstDash val="solid"/>
              <a:round/>
            </a:ln>
          </p:spPr>
          <p:txBody>
            <a:bodyPr/>
            <a:lstStyle/>
            <a:p>
              <a:endParaRPr lang="en-US"/>
            </a:p>
          </p:txBody>
        </p:sp>
        <p:sp>
          <p:nvSpPr>
            <p:cNvPr id="21" name="TextBox 21"/>
            <p:cNvSpPr txBox="1"/>
            <p:nvPr/>
          </p:nvSpPr>
          <p:spPr>
            <a:xfrm>
              <a:off x="0" y="-38100"/>
              <a:ext cx="1416547" cy="205130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2" name="AutoShape 22"/>
          <p:cNvSpPr/>
          <p:nvPr/>
        </p:nvSpPr>
        <p:spPr>
          <a:xfrm>
            <a:off x="11836861" y="5227111"/>
            <a:ext cx="4154377" cy="0"/>
          </a:xfrm>
          <a:prstGeom prst="line">
            <a:avLst/>
          </a:prstGeom>
          <a:ln w="38100" cap="flat">
            <a:solidFill>
              <a:srgbClr val="335388"/>
            </a:solidFill>
            <a:prstDash val="solid"/>
            <a:headEnd type="none" w="sm" len="sm"/>
            <a:tailEnd type="none" w="sm" len="sm"/>
          </a:ln>
        </p:spPr>
        <p:txBody>
          <a:bodyPr/>
          <a:lstStyle/>
          <a:p>
            <a:endParaRPr lang="en-US"/>
          </a:p>
        </p:txBody>
      </p:sp>
      <p:sp>
        <p:nvSpPr>
          <p:cNvPr id="23" name="AutoShape 23"/>
          <p:cNvSpPr/>
          <p:nvPr/>
        </p:nvSpPr>
        <p:spPr>
          <a:xfrm>
            <a:off x="11836861" y="7190257"/>
            <a:ext cx="4154377" cy="0"/>
          </a:xfrm>
          <a:prstGeom prst="line">
            <a:avLst/>
          </a:prstGeom>
          <a:ln w="38100" cap="flat">
            <a:solidFill>
              <a:srgbClr val="335388"/>
            </a:solidFill>
            <a:prstDash val="solid"/>
            <a:headEnd type="none" w="sm" len="sm"/>
            <a:tailEnd type="none" w="sm" len="sm"/>
          </a:ln>
        </p:spPr>
        <p:txBody>
          <a:bodyPr/>
          <a:lstStyle/>
          <a:p>
            <a:endParaRPr lang="en-US"/>
          </a:p>
        </p:txBody>
      </p:sp>
      <p:sp>
        <p:nvSpPr>
          <p:cNvPr id="24" name="TextBox 24"/>
          <p:cNvSpPr txBox="1"/>
          <p:nvPr/>
        </p:nvSpPr>
        <p:spPr>
          <a:xfrm>
            <a:off x="5201579" y="1304307"/>
            <a:ext cx="7884841" cy="771523"/>
          </a:xfrm>
          <a:prstGeom prst="rect">
            <a:avLst/>
          </a:prstGeom>
        </p:spPr>
        <p:txBody>
          <a:bodyPr lIns="0" tIns="0" rIns="0" bIns="0" rtlCol="0" anchor="t">
            <a:spAutoFit/>
          </a:bodyPr>
          <a:lstStyle/>
          <a:p>
            <a:pPr marL="0" lvl="0" indent="0" algn="ctr">
              <a:lnSpc>
                <a:spcPts val="6300"/>
              </a:lnSpc>
              <a:spcBef>
                <a:spcPct val="0"/>
              </a:spcBef>
            </a:pPr>
            <a:r>
              <a:rPr lang="en-US" sz="4500">
                <a:solidFill>
                  <a:srgbClr val="051D40"/>
                </a:solidFill>
                <a:latin typeface="Open Sans Extra Bold"/>
              </a:rPr>
              <a:t>Our services</a:t>
            </a:r>
          </a:p>
        </p:txBody>
      </p:sp>
      <p:sp>
        <p:nvSpPr>
          <p:cNvPr id="25" name="TextBox 25"/>
          <p:cNvSpPr txBox="1"/>
          <p:nvPr/>
        </p:nvSpPr>
        <p:spPr>
          <a:xfrm>
            <a:off x="2584630" y="5394975"/>
            <a:ext cx="3579202" cy="1576336"/>
          </a:xfrm>
          <a:prstGeom prst="rect">
            <a:avLst/>
          </a:prstGeom>
        </p:spPr>
        <p:txBody>
          <a:bodyPr lIns="0" tIns="0" rIns="0" bIns="0" rtlCol="0" anchor="t">
            <a:spAutoFit/>
          </a:bodyPr>
          <a:lstStyle/>
          <a:p>
            <a:pPr algn="ctr">
              <a:lnSpc>
                <a:spcPts val="2114"/>
              </a:lnSpc>
            </a:pPr>
            <a:r>
              <a:rPr lang="en-US" sz="1510" u="none" strike="noStrike" spc="-30">
                <a:solidFill>
                  <a:srgbClr val="145DA0"/>
                </a:solidFill>
                <a:latin typeface="Poppins"/>
              </a:rPr>
              <a:t>Lorem ipsum dolor sit amet, consectetur adipiscing elit. Nullam laoreet risus fringilla, egestas elit a, consequat augue. Phasellus sollicitudin felis mi, quis egestas ex ornare sed quis adipiscing. </a:t>
            </a:r>
          </a:p>
        </p:txBody>
      </p:sp>
      <p:sp>
        <p:nvSpPr>
          <p:cNvPr id="26" name="TextBox 26"/>
          <p:cNvSpPr txBox="1"/>
          <p:nvPr/>
        </p:nvSpPr>
        <p:spPr>
          <a:xfrm>
            <a:off x="2584630" y="4608025"/>
            <a:ext cx="3490991" cy="439633"/>
          </a:xfrm>
          <a:prstGeom prst="rect">
            <a:avLst/>
          </a:prstGeom>
        </p:spPr>
        <p:txBody>
          <a:bodyPr lIns="0" tIns="0" rIns="0" bIns="0" rtlCol="0" anchor="t">
            <a:spAutoFit/>
          </a:bodyPr>
          <a:lstStyle/>
          <a:p>
            <a:pPr algn="ctr">
              <a:lnSpc>
                <a:spcPts val="3406"/>
              </a:lnSpc>
              <a:spcBef>
                <a:spcPct val="0"/>
              </a:spcBef>
            </a:pPr>
            <a:r>
              <a:rPr lang="en-US" sz="2433">
                <a:solidFill>
                  <a:srgbClr val="145DA0"/>
                </a:solidFill>
                <a:latin typeface="Poppins Bold"/>
              </a:rPr>
              <a:t>Software</a:t>
            </a:r>
          </a:p>
        </p:txBody>
      </p:sp>
      <p:sp>
        <p:nvSpPr>
          <p:cNvPr id="27" name="TextBox 27"/>
          <p:cNvSpPr txBox="1"/>
          <p:nvPr/>
        </p:nvSpPr>
        <p:spPr>
          <a:xfrm>
            <a:off x="3709397" y="7167073"/>
            <a:ext cx="1842045" cy="1208803"/>
          </a:xfrm>
          <a:prstGeom prst="rect">
            <a:avLst/>
          </a:prstGeom>
        </p:spPr>
        <p:txBody>
          <a:bodyPr lIns="0" tIns="0" rIns="0" bIns="0" rtlCol="0" anchor="t">
            <a:spAutoFit/>
          </a:bodyPr>
          <a:lstStyle/>
          <a:p>
            <a:pPr marL="0" lvl="0" indent="0" algn="ctr">
              <a:lnSpc>
                <a:spcPts val="9879"/>
              </a:lnSpc>
              <a:spcBef>
                <a:spcPct val="0"/>
              </a:spcBef>
            </a:pPr>
            <a:r>
              <a:rPr lang="en-US" sz="7056">
                <a:solidFill>
                  <a:srgbClr val="145DA0"/>
                </a:solidFill>
                <a:latin typeface="Open Sans Extra Bold"/>
              </a:rPr>
              <a:t>128</a:t>
            </a:r>
          </a:p>
        </p:txBody>
      </p:sp>
      <p:sp>
        <p:nvSpPr>
          <p:cNvPr id="28" name="TextBox 28"/>
          <p:cNvSpPr txBox="1"/>
          <p:nvPr/>
        </p:nvSpPr>
        <p:spPr>
          <a:xfrm>
            <a:off x="3286169" y="7233748"/>
            <a:ext cx="423228" cy="639574"/>
          </a:xfrm>
          <a:prstGeom prst="rect">
            <a:avLst/>
          </a:prstGeom>
        </p:spPr>
        <p:txBody>
          <a:bodyPr lIns="0" tIns="0" rIns="0" bIns="0" rtlCol="0" anchor="t">
            <a:spAutoFit/>
          </a:bodyPr>
          <a:lstStyle/>
          <a:p>
            <a:pPr marL="0" lvl="0" indent="0" algn="ctr">
              <a:lnSpc>
                <a:spcPts val="5262"/>
              </a:lnSpc>
              <a:spcBef>
                <a:spcPct val="0"/>
              </a:spcBef>
            </a:pPr>
            <a:r>
              <a:rPr lang="en-US" sz="3759">
                <a:solidFill>
                  <a:srgbClr val="145DA0"/>
                </a:solidFill>
                <a:latin typeface="Open Sans Extra Bold"/>
              </a:rPr>
              <a:t>$</a:t>
            </a:r>
          </a:p>
        </p:txBody>
      </p:sp>
      <p:sp>
        <p:nvSpPr>
          <p:cNvPr id="29" name="TextBox 29"/>
          <p:cNvSpPr txBox="1"/>
          <p:nvPr/>
        </p:nvSpPr>
        <p:spPr>
          <a:xfrm>
            <a:off x="7353801" y="5394975"/>
            <a:ext cx="3579202" cy="1576336"/>
          </a:xfrm>
          <a:prstGeom prst="rect">
            <a:avLst/>
          </a:prstGeom>
        </p:spPr>
        <p:txBody>
          <a:bodyPr lIns="0" tIns="0" rIns="0" bIns="0" rtlCol="0" anchor="t">
            <a:spAutoFit/>
          </a:bodyPr>
          <a:lstStyle/>
          <a:p>
            <a:pPr algn="ctr">
              <a:lnSpc>
                <a:spcPts val="2114"/>
              </a:lnSpc>
            </a:pPr>
            <a:r>
              <a:rPr lang="en-US" sz="1510" u="none" strike="noStrike" spc="-30">
                <a:solidFill>
                  <a:srgbClr val="145DA0"/>
                </a:solidFill>
                <a:latin typeface="Poppins"/>
              </a:rPr>
              <a:t>Lorem ipsum dolor sit amet, consectetur adipiscing elit. Nullam laoreet risus fringilla, egestas elit a, consequat augue. Phasellus sollicitudin felis mi, quis egestas ex ornare sed quis adipiscing. </a:t>
            </a:r>
          </a:p>
        </p:txBody>
      </p:sp>
      <p:sp>
        <p:nvSpPr>
          <p:cNvPr id="30" name="TextBox 30"/>
          <p:cNvSpPr txBox="1"/>
          <p:nvPr/>
        </p:nvSpPr>
        <p:spPr>
          <a:xfrm>
            <a:off x="7353801" y="4608025"/>
            <a:ext cx="3490991" cy="439633"/>
          </a:xfrm>
          <a:prstGeom prst="rect">
            <a:avLst/>
          </a:prstGeom>
        </p:spPr>
        <p:txBody>
          <a:bodyPr lIns="0" tIns="0" rIns="0" bIns="0" rtlCol="0" anchor="t">
            <a:spAutoFit/>
          </a:bodyPr>
          <a:lstStyle/>
          <a:p>
            <a:pPr algn="ctr">
              <a:lnSpc>
                <a:spcPts val="3406"/>
              </a:lnSpc>
              <a:spcBef>
                <a:spcPct val="0"/>
              </a:spcBef>
            </a:pPr>
            <a:r>
              <a:rPr lang="en-US" sz="2433">
                <a:solidFill>
                  <a:srgbClr val="145DA0"/>
                </a:solidFill>
                <a:latin typeface="Poppins Bold"/>
              </a:rPr>
              <a:t>IT consulting</a:t>
            </a:r>
          </a:p>
        </p:txBody>
      </p:sp>
      <p:sp>
        <p:nvSpPr>
          <p:cNvPr id="31" name="TextBox 31"/>
          <p:cNvSpPr txBox="1"/>
          <p:nvPr/>
        </p:nvSpPr>
        <p:spPr>
          <a:xfrm>
            <a:off x="8478568" y="7167073"/>
            <a:ext cx="1842045" cy="1208803"/>
          </a:xfrm>
          <a:prstGeom prst="rect">
            <a:avLst/>
          </a:prstGeom>
        </p:spPr>
        <p:txBody>
          <a:bodyPr lIns="0" tIns="0" rIns="0" bIns="0" rtlCol="0" anchor="t">
            <a:spAutoFit/>
          </a:bodyPr>
          <a:lstStyle/>
          <a:p>
            <a:pPr marL="0" lvl="0" indent="0" algn="ctr">
              <a:lnSpc>
                <a:spcPts val="9879"/>
              </a:lnSpc>
              <a:spcBef>
                <a:spcPct val="0"/>
              </a:spcBef>
            </a:pPr>
            <a:r>
              <a:rPr lang="en-US" sz="7056">
                <a:solidFill>
                  <a:srgbClr val="145DA0"/>
                </a:solidFill>
                <a:latin typeface="Open Sans Extra Bold"/>
              </a:rPr>
              <a:t>139</a:t>
            </a:r>
          </a:p>
        </p:txBody>
      </p:sp>
      <p:sp>
        <p:nvSpPr>
          <p:cNvPr id="32" name="TextBox 32"/>
          <p:cNvSpPr txBox="1"/>
          <p:nvPr/>
        </p:nvSpPr>
        <p:spPr>
          <a:xfrm>
            <a:off x="7849471" y="7233748"/>
            <a:ext cx="629097" cy="639574"/>
          </a:xfrm>
          <a:prstGeom prst="rect">
            <a:avLst/>
          </a:prstGeom>
        </p:spPr>
        <p:txBody>
          <a:bodyPr lIns="0" tIns="0" rIns="0" bIns="0" rtlCol="0" anchor="t">
            <a:spAutoFit/>
          </a:bodyPr>
          <a:lstStyle/>
          <a:p>
            <a:pPr marL="0" lvl="0" indent="0" algn="ctr">
              <a:lnSpc>
                <a:spcPts val="5262"/>
              </a:lnSpc>
              <a:spcBef>
                <a:spcPct val="0"/>
              </a:spcBef>
            </a:pPr>
            <a:r>
              <a:rPr lang="en-US" sz="3759">
                <a:solidFill>
                  <a:srgbClr val="145DA0"/>
                </a:solidFill>
                <a:latin typeface="Open Sans Extra Bold"/>
              </a:rPr>
              <a:t>$</a:t>
            </a:r>
          </a:p>
        </p:txBody>
      </p:sp>
      <p:sp>
        <p:nvSpPr>
          <p:cNvPr id="33" name="TextBox 33"/>
          <p:cNvSpPr txBox="1"/>
          <p:nvPr/>
        </p:nvSpPr>
        <p:spPr>
          <a:xfrm>
            <a:off x="12124168" y="5394975"/>
            <a:ext cx="3579202" cy="1576336"/>
          </a:xfrm>
          <a:prstGeom prst="rect">
            <a:avLst/>
          </a:prstGeom>
        </p:spPr>
        <p:txBody>
          <a:bodyPr lIns="0" tIns="0" rIns="0" bIns="0" rtlCol="0" anchor="t">
            <a:spAutoFit/>
          </a:bodyPr>
          <a:lstStyle/>
          <a:p>
            <a:pPr algn="ctr">
              <a:lnSpc>
                <a:spcPts val="2114"/>
              </a:lnSpc>
            </a:pPr>
            <a:r>
              <a:rPr lang="en-US" sz="1510" u="none" strike="noStrike" spc="-30">
                <a:solidFill>
                  <a:srgbClr val="145DA0"/>
                </a:solidFill>
                <a:latin typeface="Poppins"/>
              </a:rPr>
              <a:t>Lorem ipsum dolor sit amet, consectetur adipiscing elit. Nullam laoreet risus fringilla, egestas elit a, consequat augue. Phasellus sollicitudin felis mi, quis egestas ex ornare sed quis adipiscing. </a:t>
            </a:r>
          </a:p>
        </p:txBody>
      </p:sp>
      <p:sp>
        <p:nvSpPr>
          <p:cNvPr id="34" name="TextBox 34"/>
          <p:cNvSpPr txBox="1"/>
          <p:nvPr/>
        </p:nvSpPr>
        <p:spPr>
          <a:xfrm>
            <a:off x="12124168" y="4608025"/>
            <a:ext cx="3490991" cy="439633"/>
          </a:xfrm>
          <a:prstGeom prst="rect">
            <a:avLst/>
          </a:prstGeom>
        </p:spPr>
        <p:txBody>
          <a:bodyPr lIns="0" tIns="0" rIns="0" bIns="0" rtlCol="0" anchor="t">
            <a:spAutoFit/>
          </a:bodyPr>
          <a:lstStyle/>
          <a:p>
            <a:pPr algn="ctr">
              <a:lnSpc>
                <a:spcPts val="3406"/>
              </a:lnSpc>
              <a:spcBef>
                <a:spcPct val="0"/>
              </a:spcBef>
            </a:pPr>
            <a:r>
              <a:rPr lang="en-US" sz="2433">
                <a:solidFill>
                  <a:srgbClr val="145DA0"/>
                </a:solidFill>
                <a:latin typeface="Poppins Bold"/>
              </a:rPr>
              <a:t>Data analytics</a:t>
            </a:r>
          </a:p>
        </p:txBody>
      </p:sp>
      <p:sp>
        <p:nvSpPr>
          <p:cNvPr id="35" name="TextBox 35"/>
          <p:cNvSpPr txBox="1"/>
          <p:nvPr/>
        </p:nvSpPr>
        <p:spPr>
          <a:xfrm>
            <a:off x="13248935" y="7167073"/>
            <a:ext cx="1842045" cy="1208803"/>
          </a:xfrm>
          <a:prstGeom prst="rect">
            <a:avLst/>
          </a:prstGeom>
        </p:spPr>
        <p:txBody>
          <a:bodyPr lIns="0" tIns="0" rIns="0" bIns="0" rtlCol="0" anchor="t">
            <a:spAutoFit/>
          </a:bodyPr>
          <a:lstStyle/>
          <a:p>
            <a:pPr marL="0" lvl="0" indent="0" algn="ctr">
              <a:lnSpc>
                <a:spcPts val="9879"/>
              </a:lnSpc>
              <a:spcBef>
                <a:spcPct val="0"/>
              </a:spcBef>
            </a:pPr>
            <a:r>
              <a:rPr lang="en-US" sz="7056">
                <a:solidFill>
                  <a:srgbClr val="145DA0"/>
                </a:solidFill>
                <a:latin typeface="Open Sans Extra Bold"/>
              </a:rPr>
              <a:t>145</a:t>
            </a:r>
          </a:p>
        </p:txBody>
      </p:sp>
      <p:sp>
        <p:nvSpPr>
          <p:cNvPr id="36" name="TextBox 36"/>
          <p:cNvSpPr txBox="1"/>
          <p:nvPr/>
        </p:nvSpPr>
        <p:spPr>
          <a:xfrm>
            <a:off x="12794493" y="7233748"/>
            <a:ext cx="454442" cy="639574"/>
          </a:xfrm>
          <a:prstGeom prst="rect">
            <a:avLst/>
          </a:prstGeom>
        </p:spPr>
        <p:txBody>
          <a:bodyPr lIns="0" tIns="0" rIns="0" bIns="0" rtlCol="0" anchor="t">
            <a:spAutoFit/>
          </a:bodyPr>
          <a:lstStyle/>
          <a:p>
            <a:pPr marL="0" lvl="0" indent="0" algn="ctr">
              <a:lnSpc>
                <a:spcPts val="5262"/>
              </a:lnSpc>
              <a:spcBef>
                <a:spcPct val="0"/>
              </a:spcBef>
            </a:pPr>
            <a:r>
              <a:rPr lang="en-US" sz="3759">
                <a:solidFill>
                  <a:srgbClr val="145DA0"/>
                </a:solidFill>
                <a:latin typeface="Open Sans Extra Bold"/>
              </a:rPr>
              <a:t>$</a:t>
            </a:r>
          </a:p>
        </p:txBody>
      </p:sp>
      <p:sp>
        <p:nvSpPr>
          <p:cNvPr id="37" name="Freeform 37"/>
          <p:cNvSpPr/>
          <p:nvPr/>
        </p:nvSpPr>
        <p:spPr>
          <a:xfrm>
            <a:off x="12981503" y="2753413"/>
            <a:ext cx="1768296" cy="1768296"/>
          </a:xfrm>
          <a:custGeom>
            <a:avLst/>
            <a:gdLst/>
            <a:ahLst/>
            <a:cxnLst/>
            <a:rect l="l" t="t" r="r" b="b"/>
            <a:pathLst>
              <a:path w="1768296" h="1768296">
                <a:moveTo>
                  <a:pt x="0" y="0"/>
                </a:moveTo>
                <a:lnTo>
                  <a:pt x="1768296" y="0"/>
                </a:lnTo>
                <a:lnTo>
                  <a:pt x="1768296" y="1768296"/>
                </a:lnTo>
                <a:lnTo>
                  <a:pt x="0" y="1768296"/>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38" name="Freeform 38"/>
          <p:cNvSpPr/>
          <p:nvPr/>
        </p:nvSpPr>
        <p:spPr>
          <a:xfrm>
            <a:off x="8259254" y="2753413"/>
            <a:ext cx="1768296" cy="1768296"/>
          </a:xfrm>
          <a:custGeom>
            <a:avLst/>
            <a:gdLst/>
            <a:ahLst/>
            <a:cxnLst/>
            <a:rect l="l" t="t" r="r" b="b"/>
            <a:pathLst>
              <a:path w="1768296" h="1768296">
                <a:moveTo>
                  <a:pt x="0" y="0"/>
                </a:moveTo>
                <a:lnTo>
                  <a:pt x="1768296" y="0"/>
                </a:lnTo>
                <a:lnTo>
                  <a:pt x="1768296" y="1768296"/>
                </a:lnTo>
                <a:lnTo>
                  <a:pt x="0" y="1768296"/>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5" name="Group 5"/>
          <p:cNvGrpSpPr/>
          <p:nvPr/>
        </p:nvGrpSpPr>
        <p:grpSpPr>
          <a:xfrm>
            <a:off x="3061529" y="2937389"/>
            <a:ext cx="12164941" cy="4412223"/>
            <a:chOff x="0" y="0"/>
            <a:chExt cx="3203935" cy="1162067"/>
          </a:xfrm>
        </p:grpSpPr>
        <p:sp>
          <p:nvSpPr>
            <p:cNvPr id="6" name="Freeform 6"/>
            <p:cNvSpPr/>
            <p:nvPr/>
          </p:nvSpPr>
          <p:spPr>
            <a:xfrm>
              <a:off x="0" y="0"/>
              <a:ext cx="3203935" cy="1162067"/>
            </a:xfrm>
            <a:custGeom>
              <a:avLst/>
              <a:gdLst/>
              <a:ahLst/>
              <a:cxnLst/>
              <a:rect l="l" t="t" r="r" b="b"/>
              <a:pathLst>
                <a:path w="3203935" h="1162067">
                  <a:moveTo>
                    <a:pt x="0" y="0"/>
                  </a:moveTo>
                  <a:lnTo>
                    <a:pt x="3203935" y="0"/>
                  </a:lnTo>
                  <a:lnTo>
                    <a:pt x="3203935" y="1162067"/>
                  </a:lnTo>
                  <a:lnTo>
                    <a:pt x="0" y="1162067"/>
                  </a:lnTo>
                  <a:close/>
                </a:path>
              </a:pathLst>
            </a:custGeom>
            <a:solidFill>
              <a:srgbClr val="335388"/>
            </a:solidFill>
            <a:ln w="38100" cap="sq">
              <a:solidFill>
                <a:srgbClr val="FFFFFF"/>
              </a:solidFill>
              <a:prstDash val="solid"/>
              <a:miter/>
            </a:ln>
          </p:spPr>
          <p:txBody>
            <a:bodyPr/>
            <a:lstStyle/>
            <a:p>
              <a:endParaRPr lang="en-US"/>
            </a:p>
          </p:txBody>
        </p:sp>
        <p:sp>
          <p:nvSpPr>
            <p:cNvPr id="7" name="TextBox 7"/>
            <p:cNvSpPr txBox="1"/>
            <p:nvPr/>
          </p:nvSpPr>
          <p:spPr>
            <a:xfrm>
              <a:off x="0" y="-38100"/>
              <a:ext cx="3203935" cy="1200167"/>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3332775" y="3267746"/>
            <a:ext cx="11622449" cy="2273103"/>
          </a:xfrm>
          <a:prstGeom prst="rect">
            <a:avLst/>
          </a:prstGeom>
        </p:spPr>
        <p:txBody>
          <a:bodyPr lIns="0" tIns="0" rIns="0" bIns="0" rtlCol="0" anchor="t">
            <a:spAutoFit/>
          </a:bodyPr>
          <a:lstStyle/>
          <a:p>
            <a:pPr marL="0" lvl="0" indent="0" algn="ctr">
              <a:lnSpc>
                <a:spcPts val="18560"/>
              </a:lnSpc>
              <a:spcBef>
                <a:spcPct val="0"/>
              </a:spcBef>
            </a:pPr>
            <a:r>
              <a:rPr lang="en-US" sz="13257">
                <a:solidFill>
                  <a:srgbClr val="FFFFFF"/>
                </a:solidFill>
                <a:latin typeface="Open Sans Extra Bold"/>
              </a:rPr>
              <a:t>STATISTICS</a:t>
            </a:r>
          </a:p>
        </p:txBody>
      </p:sp>
      <p:sp>
        <p:nvSpPr>
          <p:cNvPr id="9" name="TextBox 9"/>
          <p:cNvSpPr txBox="1"/>
          <p:nvPr/>
        </p:nvSpPr>
        <p:spPr>
          <a:xfrm>
            <a:off x="4536264" y="5756824"/>
            <a:ext cx="9215471" cy="1101281"/>
          </a:xfrm>
          <a:prstGeom prst="rect">
            <a:avLst/>
          </a:prstGeom>
        </p:spPr>
        <p:txBody>
          <a:bodyPr lIns="0" tIns="0" rIns="0" bIns="0" rtlCol="0" anchor="t">
            <a:spAutoFit/>
          </a:bodyPr>
          <a:lstStyle/>
          <a:p>
            <a:pPr marL="0" lvl="0" indent="0" algn="ctr">
              <a:lnSpc>
                <a:spcPts val="2952"/>
              </a:lnSpc>
              <a:spcBef>
                <a:spcPct val="0"/>
              </a:spcBef>
            </a:pPr>
            <a:r>
              <a:rPr lang="en-US" sz="2108" u="none" strike="noStrike" spc="-42">
                <a:solidFill>
                  <a:srgbClr val="FFFFFF"/>
                </a:solidFill>
                <a:latin typeface="Poppins"/>
              </a:rPr>
              <a:t>Lorem ipsum dolor sit amet, consectetur adipiscing elit. Nullam laoreet risus fringilla, egestas elit a, consequat augue. Phasellus sollicitudin felis mi, quis egestas ex ornare sed.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283153"/>
            <a:ext cx="7523780" cy="7546156"/>
            <a:chOff x="0" y="0"/>
            <a:chExt cx="2106826" cy="2113092"/>
          </a:xfrm>
        </p:grpSpPr>
        <p:sp>
          <p:nvSpPr>
            <p:cNvPr id="3" name="Freeform 3"/>
            <p:cNvSpPr/>
            <p:nvPr/>
          </p:nvSpPr>
          <p:spPr>
            <a:xfrm>
              <a:off x="0" y="0"/>
              <a:ext cx="2106826" cy="2113092"/>
            </a:xfrm>
            <a:custGeom>
              <a:avLst/>
              <a:gdLst/>
              <a:ahLst/>
              <a:cxnLst/>
              <a:rect l="l" t="t" r="r" b="b"/>
              <a:pathLst>
                <a:path w="2106826" h="2113092">
                  <a:moveTo>
                    <a:pt x="0" y="0"/>
                  </a:moveTo>
                  <a:lnTo>
                    <a:pt x="2106826" y="0"/>
                  </a:lnTo>
                  <a:lnTo>
                    <a:pt x="2106826" y="2113092"/>
                  </a:lnTo>
                  <a:lnTo>
                    <a:pt x="0" y="2113092"/>
                  </a:lnTo>
                  <a:close/>
                </a:path>
              </a:pathLst>
            </a:custGeom>
            <a:solidFill>
              <a:srgbClr val="335388">
                <a:alpha val="95686"/>
              </a:srgbClr>
            </a:solidFill>
            <a:ln cap="sq">
              <a:noFill/>
              <a:prstDash val="solid"/>
              <a:miter/>
            </a:ln>
          </p:spPr>
          <p:txBody>
            <a:bodyPr/>
            <a:lstStyle/>
            <a:p>
              <a:endParaRPr lang="en-US"/>
            </a:p>
          </p:txBody>
        </p:sp>
        <p:sp>
          <p:nvSpPr>
            <p:cNvPr id="4" name="TextBox 4"/>
            <p:cNvSpPr txBox="1"/>
            <p:nvPr/>
          </p:nvSpPr>
          <p:spPr>
            <a:xfrm>
              <a:off x="0" y="-38100"/>
              <a:ext cx="2106826" cy="215119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2200267" y="1673977"/>
            <a:ext cx="3889492" cy="974478"/>
          </a:xfrm>
          <a:prstGeom prst="rect">
            <a:avLst/>
          </a:prstGeom>
        </p:spPr>
        <p:txBody>
          <a:bodyPr lIns="0" tIns="0" rIns="0" bIns="0" rtlCol="0" anchor="t">
            <a:spAutoFit/>
          </a:bodyPr>
          <a:lstStyle/>
          <a:p>
            <a:pPr marL="0" lvl="0" indent="0" algn="l">
              <a:lnSpc>
                <a:spcPts val="7902"/>
              </a:lnSpc>
              <a:spcBef>
                <a:spcPct val="0"/>
              </a:spcBef>
            </a:pPr>
            <a:r>
              <a:rPr lang="en-US" sz="5644" u="none" strike="noStrike">
                <a:solidFill>
                  <a:srgbClr val="FDFDFD"/>
                </a:solidFill>
                <a:latin typeface="Open Sans Extra Bold"/>
              </a:rPr>
              <a:t>Statistics</a:t>
            </a:r>
          </a:p>
        </p:txBody>
      </p:sp>
      <p:sp>
        <p:nvSpPr>
          <p:cNvPr id="6" name="TextBox 6"/>
          <p:cNvSpPr txBox="1"/>
          <p:nvPr/>
        </p:nvSpPr>
        <p:spPr>
          <a:xfrm>
            <a:off x="2200267" y="5830678"/>
            <a:ext cx="2370352" cy="357988"/>
          </a:xfrm>
          <a:prstGeom prst="rect">
            <a:avLst/>
          </a:prstGeom>
        </p:spPr>
        <p:txBody>
          <a:bodyPr lIns="0" tIns="0" rIns="0" bIns="0" rtlCol="0" anchor="t">
            <a:spAutoFit/>
          </a:bodyPr>
          <a:lstStyle/>
          <a:p>
            <a:pPr marL="0" lvl="0" indent="0" algn="ctr">
              <a:lnSpc>
                <a:spcPts val="2843"/>
              </a:lnSpc>
              <a:spcBef>
                <a:spcPct val="0"/>
              </a:spcBef>
            </a:pPr>
            <a:r>
              <a:rPr lang="en-US" sz="2030" u="none" strike="noStrike" spc="-40">
                <a:solidFill>
                  <a:srgbClr val="FDFDFD"/>
                </a:solidFill>
                <a:latin typeface="Poppins"/>
              </a:rPr>
              <a:t>Revenue Growth</a:t>
            </a:r>
          </a:p>
        </p:txBody>
      </p:sp>
      <p:sp>
        <p:nvSpPr>
          <p:cNvPr id="7" name="TextBox 7"/>
          <p:cNvSpPr txBox="1"/>
          <p:nvPr/>
        </p:nvSpPr>
        <p:spPr>
          <a:xfrm>
            <a:off x="2200267" y="4776684"/>
            <a:ext cx="2370352" cy="971059"/>
          </a:xfrm>
          <a:prstGeom prst="rect">
            <a:avLst/>
          </a:prstGeom>
        </p:spPr>
        <p:txBody>
          <a:bodyPr lIns="0" tIns="0" rIns="0" bIns="0" rtlCol="0" anchor="t">
            <a:spAutoFit/>
          </a:bodyPr>
          <a:lstStyle/>
          <a:p>
            <a:pPr marL="0" lvl="0" indent="0" algn="ctr">
              <a:lnSpc>
                <a:spcPts val="7902"/>
              </a:lnSpc>
              <a:spcBef>
                <a:spcPct val="0"/>
              </a:spcBef>
            </a:pPr>
            <a:r>
              <a:rPr lang="en-US" sz="5644" u="none" strike="noStrike">
                <a:solidFill>
                  <a:srgbClr val="FDFDFD"/>
                </a:solidFill>
                <a:latin typeface="Open Sans Extra Bold"/>
              </a:rPr>
              <a:t>80%</a:t>
            </a:r>
          </a:p>
        </p:txBody>
      </p:sp>
      <p:pic>
        <p:nvPicPr>
          <p:cNvPr id="8" name="Picture 8"/>
          <p:cNvPicPr>
            <a:picLocks noChangeAspect="1"/>
          </p:cNvPicPr>
          <p:nvPr/>
        </p:nvPicPr>
        <p:blipFill>
          <a:blip r:embed="rId2"/>
          <a:stretch>
            <a:fillRect/>
          </a:stretch>
        </p:blipFill>
        <p:spPr>
          <a:xfrm>
            <a:off x="8229617" y="832679"/>
            <a:ext cx="9458722" cy="8784858"/>
          </a:xfrm>
          <a:prstGeom prst="rect">
            <a:avLst/>
          </a:prstGeom>
        </p:spPr>
      </p:pic>
      <p:sp>
        <p:nvSpPr>
          <p:cNvPr id="9" name="TextBox 9"/>
          <p:cNvSpPr txBox="1"/>
          <p:nvPr/>
        </p:nvSpPr>
        <p:spPr>
          <a:xfrm>
            <a:off x="2200267" y="2713716"/>
            <a:ext cx="5754831" cy="1415263"/>
          </a:xfrm>
          <a:prstGeom prst="rect">
            <a:avLst/>
          </a:prstGeom>
        </p:spPr>
        <p:txBody>
          <a:bodyPr lIns="0" tIns="0" rIns="0" bIns="0" rtlCol="0" anchor="t">
            <a:spAutoFit/>
          </a:bodyPr>
          <a:lstStyle/>
          <a:p>
            <a:pPr marL="0" lvl="0" indent="0" algn="l">
              <a:lnSpc>
                <a:spcPts val="2843"/>
              </a:lnSpc>
              <a:spcBef>
                <a:spcPct val="0"/>
              </a:spcBef>
            </a:pPr>
            <a:r>
              <a:rPr lang="en-US" sz="2030" u="none" strike="noStrike" spc="-40">
                <a:solidFill>
                  <a:srgbClr val="FDFDFD"/>
                </a:solidFill>
                <a:latin typeface="Poppins"/>
              </a:rPr>
              <a:t>Lorem ipsum dolor sit amet, consectetur adipiscing elit. Integer nec sagittis mauris, vitae vehicula urna. Curabitur ultrices urna sit amet magna ultricies ornare. Curabitur ligula.</a:t>
            </a:r>
          </a:p>
        </p:txBody>
      </p:sp>
      <p:sp>
        <p:nvSpPr>
          <p:cNvPr id="10" name="TextBox 10"/>
          <p:cNvSpPr txBox="1"/>
          <p:nvPr/>
        </p:nvSpPr>
        <p:spPr>
          <a:xfrm>
            <a:off x="5301262" y="5830678"/>
            <a:ext cx="2370352" cy="710413"/>
          </a:xfrm>
          <a:prstGeom prst="rect">
            <a:avLst/>
          </a:prstGeom>
        </p:spPr>
        <p:txBody>
          <a:bodyPr lIns="0" tIns="0" rIns="0" bIns="0" rtlCol="0" anchor="t">
            <a:spAutoFit/>
          </a:bodyPr>
          <a:lstStyle/>
          <a:p>
            <a:pPr marL="0" lvl="0" indent="0" algn="ctr">
              <a:lnSpc>
                <a:spcPts val="2843"/>
              </a:lnSpc>
              <a:spcBef>
                <a:spcPct val="0"/>
              </a:spcBef>
            </a:pPr>
            <a:r>
              <a:rPr lang="en-US" sz="2030" u="none" strike="noStrike" spc="-40">
                <a:solidFill>
                  <a:srgbClr val="FDFDFD"/>
                </a:solidFill>
                <a:latin typeface="Poppins"/>
              </a:rPr>
              <a:t>Return on Investment</a:t>
            </a:r>
          </a:p>
        </p:txBody>
      </p:sp>
      <p:sp>
        <p:nvSpPr>
          <p:cNvPr id="11" name="TextBox 11"/>
          <p:cNvSpPr txBox="1"/>
          <p:nvPr/>
        </p:nvSpPr>
        <p:spPr>
          <a:xfrm>
            <a:off x="5301262" y="4776684"/>
            <a:ext cx="2370352" cy="971059"/>
          </a:xfrm>
          <a:prstGeom prst="rect">
            <a:avLst/>
          </a:prstGeom>
        </p:spPr>
        <p:txBody>
          <a:bodyPr lIns="0" tIns="0" rIns="0" bIns="0" rtlCol="0" anchor="t">
            <a:spAutoFit/>
          </a:bodyPr>
          <a:lstStyle/>
          <a:p>
            <a:pPr marL="0" lvl="0" indent="0" algn="ctr">
              <a:lnSpc>
                <a:spcPts val="7902"/>
              </a:lnSpc>
              <a:spcBef>
                <a:spcPct val="0"/>
              </a:spcBef>
            </a:pPr>
            <a:r>
              <a:rPr lang="en-US" sz="5644" u="none" strike="noStrike">
                <a:solidFill>
                  <a:srgbClr val="FDFDFD"/>
                </a:solidFill>
                <a:latin typeface="Open Sans Extra Bold"/>
              </a:rPr>
              <a:t>10%</a:t>
            </a:r>
          </a:p>
        </p:txBody>
      </p:sp>
      <p:sp>
        <p:nvSpPr>
          <p:cNvPr id="12" name="TextBox 12"/>
          <p:cNvSpPr txBox="1"/>
          <p:nvPr/>
        </p:nvSpPr>
        <p:spPr>
          <a:xfrm>
            <a:off x="2200267" y="7748439"/>
            <a:ext cx="2370352" cy="710413"/>
          </a:xfrm>
          <a:prstGeom prst="rect">
            <a:avLst/>
          </a:prstGeom>
        </p:spPr>
        <p:txBody>
          <a:bodyPr lIns="0" tIns="0" rIns="0" bIns="0" rtlCol="0" anchor="t">
            <a:spAutoFit/>
          </a:bodyPr>
          <a:lstStyle/>
          <a:p>
            <a:pPr marL="0" lvl="0" indent="0" algn="ctr">
              <a:lnSpc>
                <a:spcPts val="2843"/>
              </a:lnSpc>
              <a:spcBef>
                <a:spcPct val="0"/>
              </a:spcBef>
            </a:pPr>
            <a:r>
              <a:rPr lang="en-US" sz="2030" u="none" strike="noStrike" spc="-40">
                <a:solidFill>
                  <a:srgbClr val="FDFDFD"/>
                </a:solidFill>
                <a:latin typeface="Poppins"/>
              </a:rPr>
              <a:t>Customer Acquisition Cost</a:t>
            </a:r>
          </a:p>
        </p:txBody>
      </p:sp>
      <p:sp>
        <p:nvSpPr>
          <p:cNvPr id="13" name="TextBox 13"/>
          <p:cNvSpPr txBox="1"/>
          <p:nvPr/>
        </p:nvSpPr>
        <p:spPr>
          <a:xfrm>
            <a:off x="2200267" y="6694445"/>
            <a:ext cx="2370352" cy="971059"/>
          </a:xfrm>
          <a:prstGeom prst="rect">
            <a:avLst/>
          </a:prstGeom>
        </p:spPr>
        <p:txBody>
          <a:bodyPr lIns="0" tIns="0" rIns="0" bIns="0" rtlCol="0" anchor="t">
            <a:spAutoFit/>
          </a:bodyPr>
          <a:lstStyle/>
          <a:p>
            <a:pPr marL="0" lvl="0" indent="0" algn="ctr">
              <a:lnSpc>
                <a:spcPts val="7902"/>
              </a:lnSpc>
              <a:spcBef>
                <a:spcPct val="0"/>
              </a:spcBef>
            </a:pPr>
            <a:r>
              <a:rPr lang="en-US" sz="5644" u="none" strike="noStrike">
                <a:solidFill>
                  <a:srgbClr val="FDFDFD"/>
                </a:solidFill>
                <a:latin typeface="Open Sans Extra Bold"/>
              </a:rPr>
              <a:t>20%</a:t>
            </a:r>
          </a:p>
        </p:txBody>
      </p:sp>
      <p:sp>
        <p:nvSpPr>
          <p:cNvPr id="14" name="TextBox 14"/>
          <p:cNvSpPr txBox="1"/>
          <p:nvPr/>
        </p:nvSpPr>
        <p:spPr>
          <a:xfrm>
            <a:off x="5301262" y="7748439"/>
            <a:ext cx="2370352" cy="710413"/>
          </a:xfrm>
          <a:prstGeom prst="rect">
            <a:avLst/>
          </a:prstGeom>
        </p:spPr>
        <p:txBody>
          <a:bodyPr lIns="0" tIns="0" rIns="0" bIns="0" rtlCol="0" anchor="t">
            <a:spAutoFit/>
          </a:bodyPr>
          <a:lstStyle/>
          <a:p>
            <a:pPr marL="0" lvl="0" indent="0" algn="ctr">
              <a:lnSpc>
                <a:spcPts val="2843"/>
              </a:lnSpc>
              <a:spcBef>
                <a:spcPct val="0"/>
              </a:spcBef>
            </a:pPr>
            <a:r>
              <a:rPr lang="en-US" sz="2030" u="none" strike="noStrike" spc="-40">
                <a:solidFill>
                  <a:srgbClr val="FDFDFD"/>
                </a:solidFill>
                <a:latin typeface="Poppins"/>
              </a:rPr>
              <a:t>Customer Satisfaction</a:t>
            </a:r>
          </a:p>
        </p:txBody>
      </p:sp>
      <p:sp>
        <p:nvSpPr>
          <p:cNvPr id="15" name="TextBox 15"/>
          <p:cNvSpPr txBox="1"/>
          <p:nvPr/>
        </p:nvSpPr>
        <p:spPr>
          <a:xfrm>
            <a:off x="5301262" y="6694445"/>
            <a:ext cx="2370352" cy="971059"/>
          </a:xfrm>
          <a:prstGeom prst="rect">
            <a:avLst/>
          </a:prstGeom>
        </p:spPr>
        <p:txBody>
          <a:bodyPr lIns="0" tIns="0" rIns="0" bIns="0" rtlCol="0" anchor="t">
            <a:spAutoFit/>
          </a:bodyPr>
          <a:lstStyle/>
          <a:p>
            <a:pPr marL="0" lvl="0" indent="0" algn="ctr">
              <a:lnSpc>
                <a:spcPts val="7902"/>
              </a:lnSpc>
              <a:spcBef>
                <a:spcPct val="0"/>
              </a:spcBef>
            </a:pPr>
            <a:r>
              <a:rPr lang="en-US" sz="5644" u="none" strike="noStrike">
                <a:solidFill>
                  <a:srgbClr val="FDFDFD"/>
                </a:solidFill>
                <a:latin typeface="Open Sans Extra Bold"/>
              </a:rPr>
              <a:t>75%</a:t>
            </a:r>
          </a:p>
        </p:txBody>
      </p:sp>
      <p:grpSp>
        <p:nvGrpSpPr>
          <p:cNvPr id="16" name="Group 16"/>
          <p:cNvGrpSpPr/>
          <p:nvPr/>
        </p:nvGrpSpPr>
        <p:grpSpPr>
          <a:xfrm>
            <a:off x="1028700" y="8829309"/>
            <a:ext cx="7523780" cy="428991"/>
            <a:chOff x="0" y="0"/>
            <a:chExt cx="2106826" cy="120127"/>
          </a:xfrm>
        </p:grpSpPr>
        <p:sp>
          <p:nvSpPr>
            <p:cNvPr id="17" name="Freeform 17"/>
            <p:cNvSpPr/>
            <p:nvPr/>
          </p:nvSpPr>
          <p:spPr>
            <a:xfrm>
              <a:off x="0" y="0"/>
              <a:ext cx="2106826" cy="120127"/>
            </a:xfrm>
            <a:custGeom>
              <a:avLst/>
              <a:gdLst/>
              <a:ahLst/>
              <a:cxnLst/>
              <a:rect l="l" t="t" r="r" b="b"/>
              <a:pathLst>
                <a:path w="2106826" h="120127">
                  <a:moveTo>
                    <a:pt x="0" y="0"/>
                  </a:moveTo>
                  <a:lnTo>
                    <a:pt x="2106826" y="0"/>
                  </a:lnTo>
                  <a:lnTo>
                    <a:pt x="2106826" y="120127"/>
                  </a:lnTo>
                  <a:lnTo>
                    <a:pt x="0" y="120127"/>
                  </a:lnTo>
                  <a:close/>
                </a:path>
              </a:pathLst>
            </a:custGeom>
            <a:solidFill>
              <a:srgbClr val="335388">
                <a:alpha val="48627"/>
              </a:srgbClr>
            </a:solidFill>
            <a:ln cap="sq">
              <a:noFill/>
              <a:prstDash val="solid"/>
              <a:miter/>
            </a:ln>
          </p:spPr>
          <p:txBody>
            <a:bodyPr/>
            <a:lstStyle/>
            <a:p>
              <a:endParaRPr lang="en-US"/>
            </a:p>
          </p:txBody>
        </p:sp>
        <p:sp>
          <p:nvSpPr>
            <p:cNvPr id="18" name="TextBox 18"/>
            <p:cNvSpPr txBox="1"/>
            <p:nvPr/>
          </p:nvSpPr>
          <p:spPr>
            <a:xfrm>
              <a:off x="0" y="-38100"/>
              <a:ext cx="2106826" cy="158227"/>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9" name="Group 19"/>
          <p:cNvGrpSpPr/>
          <p:nvPr/>
        </p:nvGrpSpPr>
        <p:grpSpPr>
          <a:xfrm>
            <a:off x="15238003" y="8290589"/>
            <a:ext cx="7523780" cy="7523780"/>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388">
                <a:alpha val="95686"/>
              </a:srgbClr>
            </a:solidFill>
            <a:ln cap="sq">
              <a:noFill/>
              <a:prstDash val="solid"/>
              <a:miter/>
            </a:ln>
          </p:spPr>
          <p:txBody>
            <a:bodyPr/>
            <a:lstStyle/>
            <a:p>
              <a:endParaRPr lang="en-US"/>
            </a:p>
          </p:txBody>
        </p:sp>
        <p:sp>
          <p:nvSpPr>
            <p:cNvPr id="21" name="TextBox 2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2" name="Group 22"/>
          <p:cNvGrpSpPr/>
          <p:nvPr/>
        </p:nvGrpSpPr>
        <p:grpSpPr>
          <a:xfrm>
            <a:off x="-3724222" y="-4507687"/>
            <a:ext cx="5924489" cy="5924489"/>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5388">
                <a:alpha val="95686"/>
              </a:srgbClr>
            </a:solidFill>
            <a:ln cap="sq">
              <a:noFill/>
              <a:prstDash val="solid"/>
              <a:miter/>
            </a:ln>
          </p:spPr>
          <p:txBody>
            <a:bodyPr/>
            <a:lstStyle/>
            <a:p>
              <a:endParaRPr lang="en-US"/>
            </a:p>
          </p:txBody>
        </p:sp>
        <p:sp>
          <p:nvSpPr>
            <p:cNvPr id="24" name="TextBox 2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562879" y="6849670"/>
            <a:ext cx="3296071" cy="946825"/>
            <a:chOff x="0" y="0"/>
            <a:chExt cx="922973" cy="265132"/>
          </a:xfrm>
        </p:grpSpPr>
        <p:sp>
          <p:nvSpPr>
            <p:cNvPr id="3" name="Freeform 3"/>
            <p:cNvSpPr/>
            <p:nvPr/>
          </p:nvSpPr>
          <p:spPr>
            <a:xfrm>
              <a:off x="0" y="0"/>
              <a:ext cx="922973" cy="265132"/>
            </a:xfrm>
            <a:custGeom>
              <a:avLst/>
              <a:gdLst/>
              <a:ahLst/>
              <a:cxnLst/>
              <a:rect l="l" t="t" r="r" b="b"/>
              <a:pathLst>
                <a:path w="922973" h="265132">
                  <a:moveTo>
                    <a:pt x="0" y="0"/>
                  </a:moveTo>
                  <a:lnTo>
                    <a:pt x="922973" y="0"/>
                  </a:lnTo>
                  <a:lnTo>
                    <a:pt x="922973" y="265132"/>
                  </a:lnTo>
                  <a:lnTo>
                    <a:pt x="0" y="265132"/>
                  </a:lnTo>
                  <a:close/>
                </a:path>
              </a:pathLst>
            </a:custGeom>
            <a:solidFill>
              <a:srgbClr val="335388"/>
            </a:solidFill>
            <a:ln cap="sq">
              <a:noFill/>
              <a:prstDash val="solid"/>
              <a:miter/>
            </a:ln>
          </p:spPr>
          <p:txBody>
            <a:bodyPr/>
            <a:lstStyle/>
            <a:p>
              <a:endParaRPr lang="en-US"/>
            </a:p>
          </p:txBody>
        </p:sp>
        <p:sp>
          <p:nvSpPr>
            <p:cNvPr id="4" name="TextBox 4"/>
            <p:cNvSpPr txBox="1"/>
            <p:nvPr/>
          </p:nvSpPr>
          <p:spPr>
            <a:xfrm>
              <a:off x="0" y="-38100"/>
              <a:ext cx="922973" cy="30323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5506781" y="2267663"/>
            <a:ext cx="7274437" cy="771523"/>
          </a:xfrm>
          <a:prstGeom prst="rect">
            <a:avLst/>
          </a:prstGeom>
        </p:spPr>
        <p:txBody>
          <a:bodyPr lIns="0" tIns="0" rIns="0" bIns="0" rtlCol="0" anchor="t">
            <a:spAutoFit/>
          </a:bodyPr>
          <a:lstStyle/>
          <a:p>
            <a:pPr marL="0" lvl="0" indent="0" algn="ctr">
              <a:lnSpc>
                <a:spcPts val="6300"/>
              </a:lnSpc>
              <a:spcBef>
                <a:spcPct val="0"/>
              </a:spcBef>
            </a:pPr>
            <a:r>
              <a:rPr lang="en-US" sz="4500">
                <a:solidFill>
                  <a:srgbClr val="051D40"/>
                </a:solidFill>
                <a:latin typeface="Open Sans Extra Bold"/>
              </a:rPr>
              <a:t>Our Team</a:t>
            </a:r>
          </a:p>
        </p:txBody>
      </p:sp>
      <p:sp>
        <p:nvSpPr>
          <p:cNvPr id="6" name="Freeform 6"/>
          <p:cNvSpPr/>
          <p:nvPr/>
        </p:nvSpPr>
        <p:spPr>
          <a:xfrm>
            <a:off x="562879" y="3688581"/>
            <a:ext cx="3296071" cy="3161089"/>
          </a:xfrm>
          <a:custGeom>
            <a:avLst/>
            <a:gdLst/>
            <a:ahLst/>
            <a:cxnLst/>
            <a:rect l="l" t="t" r="r" b="b"/>
            <a:pathLst>
              <a:path w="3296071" h="3161089">
                <a:moveTo>
                  <a:pt x="0" y="0"/>
                </a:moveTo>
                <a:lnTo>
                  <a:pt x="3296071" y="0"/>
                </a:lnTo>
                <a:lnTo>
                  <a:pt x="3296071" y="3161089"/>
                </a:lnTo>
                <a:lnTo>
                  <a:pt x="0" y="3161089"/>
                </a:lnTo>
                <a:lnTo>
                  <a:pt x="0" y="0"/>
                </a:lnTo>
                <a:close/>
              </a:path>
            </a:pathLst>
          </a:custGeom>
          <a:blipFill>
            <a:blip r:embed="rId2"/>
            <a:stretch>
              <a:fillRect l="-98485" t="-32705" r="-65463" b="-50660"/>
            </a:stretch>
          </a:blipFill>
        </p:spPr>
        <p:txBody>
          <a:bodyPr/>
          <a:lstStyle/>
          <a:p>
            <a:endParaRPr lang="en-US"/>
          </a:p>
        </p:txBody>
      </p:sp>
      <p:grpSp>
        <p:nvGrpSpPr>
          <p:cNvPr id="7" name="Group 7"/>
          <p:cNvGrpSpPr/>
          <p:nvPr/>
        </p:nvGrpSpPr>
        <p:grpSpPr>
          <a:xfrm>
            <a:off x="4030191" y="6849670"/>
            <a:ext cx="3296071" cy="946825"/>
            <a:chOff x="0" y="0"/>
            <a:chExt cx="922973" cy="265132"/>
          </a:xfrm>
        </p:grpSpPr>
        <p:sp>
          <p:nvSpPr>
            <p:cNvPr id="8" name="Freeform 8"/>
            <p:cNvSpPr/>
            <p:nvPr/>
          </p:nvSpPr>
          <p:spPr>
            <a:xfrm>
              <a:off x="0" y="0"/>
              <a:ext cx="922973" cy="265132"/>
            </a:xfrm>
            <a:custGeom>
              <a:avLst/>
              <a:gdLst/>
              <a:ahLst/>
              <a:cxnLst/>
              <a:rect l="l" t="t" r="r" b="b"/>
              <a:pathLst>
                <a:path w="922973" h="265132">
                  <a:moveTo>
                    <a:pt x="0" y="0"/>
                  </a:moveTo>
                  <a:lnTo>
                    <a:pt x="922973" y="0"/>
                  </a:lnTo>
                  <a:lnTo>
                    <a:pt x="922973" y="265132"/>
                  </a:lnTo>
                  <a:lnTo>
                    <a:pt x="0" y="265132"/>
                  </a:lnTo>
                  <a:close/>
                </a:path>
              </a:pathLst>
            </a:custGeom>
            <a:solidFill>
              <a:srgbClr val="335388"/>
            </a:solidFill>
            <a:ln cap="sq">
              <a:noFill/>
              <a:prstDash val="solid"/>
              <a:miter/>
            </a:ln>
          </p:spPr>
          <p:txBody>
            <a:bodyPr/>
            <a:lstStyle/>
            <a:p>
              <a:endParaRPr lang="en-US"/>
            </a:p>
          </p:txBody>
        </p:sp>
        <p:sp>
          <p:nvSpPr>
            <p:cNvPr id="9" name="TextBox 9"/>
            <p:cNvSpPr txBox="1"/>
            <p:nvPr/>
          </p:nvSpPr>
          <p:spPr>
            <a:xfrm>
              <a:off x="0" y="-38100"/>
              <a:ext cx="922973" cy="30323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0" name="Freeform 10"/>
          <p:cNvSpPr/>
          <p:nvPr/>
        </p:nvSpPr>
        <p:spPr>
          <a:xfrm>
            <a:off x="4030191" y="3688581"/>
            <a:ext cx="3296071" cy="3161089"/>
          </a:xfrm>
          <a:custGeom>
            <a:avLst/>
            <a:gdLst/>
            <a:ahLst/>
            <a:cxnLst/>
            <a:rect l="l" t="t" r="r" b="b"/>
            <a:pathLst>
              <a:path w="3296071" h="3161089">
                <a:moveTo>
                  <a:pt x="0" y="0"/>
                </a:moveTo>
                <a:lnTo>
                  <a:pt x="3296071" y="0"/>
                </a:lnTo>
                <a:lnTo>
                  <a:pt x="3296071" y="3161089"/>
                </a:lnTo>
                <a:lnTo>
                  <a:pt x="0" y="3161089"/>
                </a:lnTo>
                <a:lnTo>
                  <a:pt x="0" y="0"/>
                </a:lnTo>
                <a:close/>
              </a:path>
            </a:pathLst>
          </a:custGeom>
          <a:blipFill>
            <a:blip r:embed="rId3"/>
            <a:stretch>
              <a:fillRect l="-38201" t="-39072" r="-124934" b="-272742"/>
            </a:stretch>
          </a:blipFill>
        </p:spPr>
        <p:txBody>
          <a:bodyPr/>
          <a:lstStyle/>
          <a:p>
            <a:endParaRPr lang="en-US"/>
          </a:p>
        </p:txBody>
      </p:sp>
      <p:grpSp>
        <p:nvGrpSpPr>
          <p:cNvPr id="11" name="Group 11"/>
          <p:cNvGrpSpPr/>
          <p:nvPr/>
        </p:nvGrpSpPr>
        <p:grpSpPr>
          <a:xfrm>
            <a:off x="7496477" y="6849670"/>
            <a:ext cx="3296071" cy="946825"/>
            <a:chOff x="0" y="0"/>
            <a:chExt cx="922973" cy="265132"/>
          </a:xfrm>
        </p:grpSpPr>
        <p:sp>
          <p:nvSpPr>
            <p:cNvPr id="12" name="Freeform 12"/>
            <p:cNvSpPr/>
            <p:nvPr/>
          </p:nvSpPr>
          <p:spPr>
            <a:xfrm>
              <a:off x="0" y="0"/>
              <a:ext cx="922973" cy="265132"/>
            </a:xfrm>
            <a:custGeom>
              <a:avLst/>
              <a:gdLst/>
              <a:ahLst/>
              <a:cxnLst/>
              <a:rect l="l" t="t" r="r" b="b"/>
              <a:pathLst>
                <a:path w="922973" h="265132">
                  <a:moveTo>
                    <a:pt x="0" y="0"/>
                  </a:moveTo>
                  <a:lnTo>
                    <a:pt x="922973" y="0"/>
                  </a:lnTo>
                  <a:lnTo>
                    <a:pt x="922973" y="265132"/>
                  </a:lnTo>
                  <a:lnTo>
                    <a:pt x="0" y="265132"/>
                  </a:lnTo>
                  <a:close/>
                </a:path>
              </a:pathLst>
            </a:custGeom>
            <a:solidFill>
              <a:srgbClr val="335388"/>
            </a:solidFill>
            <a:ln cap="sq">
              <a:noFill/>
              <a:prstDash val="solid"/>
              <a:miter/>
            </a:ln>
          </p:spPr>
          <p:txBody>
            <a:bodyPr/>
            <a:lstStyle/>
            <a:p>
              <a:endParaRPr lang="en-US"/>
            </a:p>
          </p:txBody>
        </p:sp>
        <p:sp>
          <p:nvSpPr>
            <p:cNvPr id="13" name="TextBox 13"/>
            <p:cNvSpPr txBox="1"/>
            <p:nvPr/>
          </p:nvSpPr>
          <p:spPr>
            <a:xfrm>
              <a:off x="0" y="-38100"/>
              <a:ext cx="922973" cy="30323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4" name="Freeform 14"/>
          <p:cNvSpPr/>
          <p:nvPr/>
        </p:nvSpPr>
        <p:spPr>
          <a:xfrm>
            <a:off x="7496477" y="3688581"/>
            <a:ext cx="3296071" cy="3161089"/>
          </a:xfrm>
          <a:custGeom>
            <a:avLst/>
            <a:gdLst/>
            <a:ahLst/>
            <a:cxnLst/>
            <a:rect l="l" t="t" r="r" b="b"/>
            <a:pathLst>
              <a:path w="3296071" h="3161089">
                <a:moveTo>
                  <a:pt x="0" y="0"/>
                </a:moveTo>
                <a:lnTo>
                  <a:pt x="3296071" y="0"/>
                </a:lnTo>
                <a:lnTo>
                  <a:pt x="3296071" y="3161089"/>
                </a:lnTo>
                <a:lnTo>
                  <a:pt x="0" y="3161089"/>
                </a:lnTo>
                <a:lnTo>
                  <a:pt x="0" y="0"/>
                </a:lnTo>
                <a:close/>
              </a:path>
            </a:pathLst>
          </a:custGeom>
          <a:blipFill>
            <a:blip r:embed="rId4"/>
            <a:stretch>
              <a:fillRect l="-74976" t="-14653" r="-21860" b="-22089"/>
            </a:stretch>
          </a:blipFill>
        </p:spPr>
        <p:txBody>
          <a:bodyPr/>
          <a:lstStyle/>
          <a:p>
            <a:endParaRPr lang="en-US"/>
          </a:p>
        </p:txBody>
      </p:sp>
      <p:grpSp>
        <p:nvGrpSpPr>
          <p:cNvPr id="15" name="Group 15"/>
          <p:cNvGrpSpPr/>
          <p:nvPr/>
        </p:nvGrpSpPr>
        <p:grpSpPr>
          <a:xfrm>
            <a:off x="10962764" y="6849670"/>
            <a:ext cx="3296071" cy="946825"/>
            <a:chOff x="0" y="0"/>
            <a:chExt cx="922973" cy="265132"/>
          </a:xfrm>
        </p:grpSpPr>
        <p:sp>
          <p:nvSpPr>
            <p:cNvPr id="16" name="Freeform 16"/>
            <p:cNvSpPr/>
            <p:nvPr/>
          </p:nvSpPr>
          <p:spPr>
            <a:xfrm>
              <a:off x="0" y="0"/>
              <a:ext cx="922973" cy="265132"/>
            </a:xfrm>
            <a:custGeom>
              <a:avLst/>
              <a:gdLst/>
              <a:ahLst/>
              <a:cxnLst/>
              <a:rect l="l" t="t" r="r" b="b"/>
              <a:pathLst>
                <a:path w="922973" h="265132">
                  <a:moveTo>
                    <a:pt x="0" y="0"/>
                  </a:moveTo>
                  <a:lnTo>
                    <a:pt x="922973" y="0"/>
                  </a:lnTo>
                  <a:lnTo>
                    <a:pt x="922973" y="265132"/>
                  </a:lnTo>
                  <a:lnTo>
                    <a:pt x="0" y="265132"/>
                  </a:lnTo>
                  <a:close/>
                </a:path>
              </a:pathLst>
            </a:custGeom>
            <a:solidFill>
              <a:srgbClr val="335388"/>
            </a:solidFill>
            <a:ln cap="sq">
              <a:noFill/>
              <a:prstDash val="solid"/>
              <a:miter/>
            </a:ln>
          </p:spPr>
          <p:txBody>
            <a:bodyPr/>
            <a:lstStyle/>
            <a:p>
              <a:endParaRPr lang="en-US"/>
            </a:p>
          </p:txBody>
        </p:sp>
        <p:sp>
          <p:nvSpPr>
            <p:cNvPr id="17" name="TextBox 17"/>
            <p:cNvSpPr txBox="1"/>
            <p:nvPr/>
          </p:nvSpPr>
          <p:spPr>
            <a:xfrm>
              <a:off x="0" y="-38100"/>
              <a:ext cx="922973" cy="30323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8" name="Freeform 18"/>
          <p:cNvSpPr/>
          <p:nvPr/>
        </p:nvSpPr>
        <p:spPr>
          <a:xfrm>
            <a:off x="10962764" y="3688581"/>
            <a:ext cx="3296071" cy="3161089"/>
          </a:xfrm>
          <a:custGeom>
            <a:avLst/>
            <a:gdLst/>
            <a:ahLst/>
            <a:cxnLst/>
            <a:rect l="l" t="t" r="r" b="b"/>
            <a:pathLst>
              <a:path w="3296071" h="3161089">
                <a:moveTo>
                  <a:pt x="0" y="0"/>
                </a:moveTo>
                <a:lnTo>
                  <a:pt x="3296070" y="0"/>
                </a:lnTo>
                <a:lnTo>
                  <a:pt x="3296070" y="3161089"/>
                </a:lnTo>
                <a:lnTo>
                  <a:pt x="0" y="3161089"/>
                </a:lnTo>
                <a:lnTo>
                  <a:pt x="0" y="0"/>
                </a:lnTo>
                <a:close/>
              </a:path>
            </a:pathLst>
          </a:custGeom>
          <a:blipFill>
            <a:blip r:embed="rId5"/>
            <a:stretch>
              <a:fillRect l="-66994" t="-7055" r="-50600" b="-44107"/>
            </a:stretch>
          </a:blipFill>
        </p:spPr>
        <p:txBody>
          <a:bodyPr/>
          <a:lstStyle/>
          <a:p>
            <a:endParaRPr lang="en-US"/>
          </a:p>
        </p:txBody>
      </p:sp>
      <p:grpSp>
        <p:nvGrpSpPr>
          <p:cNvPr id="19" name="Group 19"/>
          <p:cNvGrpSpPr/>
          <p:nvPr/>
        </p:nvGrpSpPr>
        <p:grpSpPr>
          <a:xfrm>
            <a:off x="14429050" y="6849670"/>
            <a:ext cx="3296071" cy="946825"/>
            <a:chOff x="0" y="0"/>
            <a:chExt cx="922973" cy="265132"/>
          </a:xfrm>
        </p:grpSpPr>
        <p:sp>
          <p:nvSpPr>
            <p:cNvPr id="20" name="Freeform 20"/>
            <p:cNvSpPr/>
            <p:nvPr/>
          </p:nvSpPr>
          <p:spPr>
            <a:xfrm>
              <a:off x="0" y="0"/>
              <a:ext cx="922973" cy="265132"/>
            </a:xfrm>
            <a:custGeom>
              <a:avLst/>
              <a:gdLst/>
              <a:ahLst/>
              <a:cxnLst/>
              <a:rect l="l" t="t" r="r" b="b"/>
              <a:pathLst>
                <a:path w="922973" h="265132">
                  <a:moveTo>
                    <a:pt x="0" y="0"/>
                  </a:moveTo>
                  <a:lnTo>
                    <a:pt x="922973" y="0"/>
                  </a:lnTo>
                  <a:lnTo>
                    <a:pt x="922973" y="265132"/>
                  </a:lnTo>
                  <a:lnTo>
                    <a:pt x="0" y="265132"/>
                  </a:lnTo>
                  <a:close/>
                </a:path>
              </a:pathLst>
            </a:custGeom>
            <a:solidFill>
              <a:srgbClr val="335388"/>
            </a:solidFill>
            <a:ln cap="sq">
              <a:noFill/>
              <a:prstDash val="solid"/>
              <a:miter/>
            </a:ln>
          </p:spPr>
          <p:txBody>
            <a:bodyPr/>
            <a:lstStyle/>
            <a:p>
              <a:endParaRPr lang="en-US"/>
            </a:p>
          </p:txBody>
        </p:sp>
        <p:sp>
          <p:nvSpPr>
            <p:cNvPr id="21" name="TextBox 21"/>
            <p:cNvSpPr txBox="1"/>
            <p:nvPr/>
          </p:nvSpPr>
          <p:spPr>
            <a:xfrm>
              <a:off x="0" y="-38100"/>
              <a:ext cx="922973" cy="30323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2" name="Freeform 22"/>
          <p:cNvSpPr/>
          <p:nvPr/>
        </p:nvSpPr>
        <p:spPr>
          <a:xfrm>
            <a:off x="14429050" y="3688581"/>
            <a:ext cx="3296071" cy="3161089"/>
          </a:xfrm>
          <a:custGeom>
            <a:avLst/>
            <a:gdLst/>
            <a:ahLst/>
            <a:cxnLst/>
            <a:rect l="l" t="t" r="r" b="b"/>
            <a:pathLst>
              <a:path w="3296071" h="3161089">
                <a:moveTo>
                  <a:pt x="0" y="0"/>
                </a:moveTo>
                <a:lnTo>
                  <a:pt x="3296071" y="0"/>
                </a:lnTo>
                <a:lnTo>
                  <a:pt x="3296071" y="3161089"/>
                </a:lnTo>
                <a:lnTo>
                  <a:pt x="0" y="3161089"/>
                </a:lnTo>
                <a:lnTo>
                  <a:pt x="0" y="0"/>
                </a:lnTo>
                <a:close/>
              </a:path>
            </a:pathLst>
          </a:custGeom>
          <a:blipFill>
            <a:blip r:embed="rId6"/>
            <a:stretch>
              <a:fillRect t="-28251" b="-28251"/>
            </a:stretch>
          </a:blipFill>
        </p:spPr>
        <p:txBody>
          <a:bodyPr/>
          <a:lstStyle/>
          <a:p>
            <a:endParaRPr lang="en-US"/>
          </a:p>
        </p:txBody>
      </p:sp>
      <p:sp>
        <p:nvSpPr>
          <p:cNvPr id="23" name="TextBox 23"/>
          <p:cNvSpPr txBox="1"/>
          <p:nvPr/>
        </p:nvSpPr>
        <p:spPr>
          <a:xfrm>
            <a:off x="890191" y="6962323"/>
            <a:ext cx="2641447" cy="375591"/>
          </a:xfrm>
          <a:prstGeom prst="rect">
            <a:avLst/>
          </a:prstGeom>
        </p:spPr>
        <p:txBody>
          <a:bodyPr lIns="0" tIns="0" rIns="0" bIns="0" rtlCol="0" anchor="t">
            <a:spAutoFit/>
          </a:bodyPr>
          <a:lstStyle/>
          <a:p>
            <a:pPr algn="ctr">
              <a:lnSpc>
                <a:spcPts val="2923"/>
              </a:lnSpc>
            </a:pPr>
            <a:r>
              <a:rPr lang="en-US" sz="2087" spc="39">
                <a:solidFill>
                  <a:srgbClr val="FDFDFD"/>
                </a:solidFill>
                <a:latin typeface="Poppins Bold"/>
              </a:rPr>
              <a:t>Aaron Loeb</a:t>
            </a:r>
          </a:p>
        </p:txBody>
      </p:sp>
      <p:sp>
        <p:nvSpPr>
          <p:cNvPr id="24" name="TextBox 24"/>
          <p:cNvSpPr txBox="1"/>
          <p:nvPr/>
        </p:nvSpPr>
        <p:spPr>
          <a:xfrm>
            <a:off x="890191" y="7333651"/>
            <a:ext cx="2641447" cy="283516"/>
          </a:xfrm>
          <a:prstGeom prst="rect">
            <a:avLst/>
          </a:prstGeom>
        </p:spPr>
        <p:txBody>
          <a:bodyPr lIns="0" tIns="0" rIns="0" bIns="0" rtlCol="0" anchor="t">
            <a:spAutoFit/>
          </a:bodyPr>
          <a:lstStyle/>
          <a:p>
            <a:pPr algn="ctr">
              <a:lnSpc>
                <a:spcPts val="2223"/>
              </a:lnSpc>
            </a:pPr>
            <a:r>
              <a:rPr lang="en-US" sz="1587" spc="-31">
                <a:solidFill>
                  <a:srgbClr val="FDFDFD"/>
                </a:solidFill>
                <a:latin typeface="Poppins"/>
              </a:rPr>
              <a:t>CEO &amp; Founder</a:t>
            </a:r>
          </a:p>
        </p:txBody>
      </p:sp>
      <p:sp>
        <p:nvSpPr>
          <p:cNvPr id="25" name="TextBox 25"/>
          <p:cNvSpPr txBox="1"/>
          <p:nvPr/>
        </p:nvSpPr>
        <p:spPr>
          <a:xfrm>
            <a:off x="4357503" y="6962323"/>
            <a:ext cx="2641447" cy="375591"/>
          </a:xfrm>
          <a:prstGeom prst="rect">
            <a:avLst/>
          </a:prstGeom>
        </p:spPr>
        <p:txBody>
          <a:bodyPr lIns="0" tIns="0" rIns="0" bIns="0" rtlCol="0" anchor="t">
            <a:spAutoFit/>
          </a:bodyPr>
          <a:lstStyle/>
          <a:p>
            <a:pPr algn="ctr">
              <a:lnSpc>
                <a:spcPts val="2923"/>
              </a:lnSpc>
            </a:pPr>
            <a:r>
              <a:rPr lang="en-US" sz="2087" spc="39">
                <a:solidFill>
                  <a:srgbClr val="FDFDFD"/>
                </a:solidFill>
                <a:latin typeface="Poppins Bold"/>
              </a:rPr>
              <a:t>Alfredo Torres</a:t>
            </a:r>
          </a:p>
        </p:txBody>
      </p:sp>
      <p:sp>
        <p:nvSpPr>
          <p:cNvPr id="26" name="TextBox 26"/>
          <p:cNvSpPr txBox="1"/>
          <p:nvPr/>
        </p:nvSpPr>
        <p:spPr>
          <a:xfrm>
            <a:off x="4357503" y="7333651"/>
            <a:ext cx="2641447" cy="283516"/>
          </a:xfrm>
          <a:prstGeom prst="rect">
            <a:avLst/>
          </a:prstGeom>
        </p:spPr>
        <p:txBody>
          <a:bodyPr lIns="0" tIns="0" rIns="0" bIns="0" rtlCol="0" anchor="t">
            <a:spAutoFit/>
          </a:bodyPr>
          <a:lstStyle/>
          <a:p>
            <a:pPr algn="ctr">
              <a:lnSpc>
                <a:spcPts val="2223"/>
              </a:lnSpc>
            </a:pPr>
            <a:r>
              <a:rPr lang="en-US" sz="1587" spc="-31">
                <a:solidFill>
                  <a:srgbClr val="FDFDFD"/>
                </a:solidFill>
                <a:latin typeface="Poppins"/>
              </a:rPr>
              <a:t>Project manager</a:t>
            </a:r>
          </a:p>
        </p:txBody>
      </p:sp>
      <p:sp>
        <p:nvSpPr>
          <p:cNvPr id="27" name="TextBox 27"/>
          <p:cNvSpPr txBox="1"/>
          <p:nvPr/>
        </p:nvSpPr>
        <p:spPr>
          <a:xfrm>
            <a:off x="7823789" y="6962323"/>
            <a:ext cx="2641447" cy="375591"/>
          </a:xfrm>
          <a:prstGeom prst="rect">
            <a:avLst/>
          </a:prstGeom>
        </p:spPr>
        <p:txBody>
          <a:bodyPr lIns="0" tIns="0" rIns="0" bIns="0" rtlCol="0" anchor="t">
            <a:spAutoFit/>
          </a:bodyPr>
          <a:lstStyle/>
          <a:p>
            <a:pPr algn="ctr">
              <a:lnSpc>
                <a:spcPts val="2923"/>
              </a:lnSpc>
            </a:pPr>
            <a:r>
              <a:rPr lang="en-US" sz="2087" spc="39">
                <a:solidFill>
                  <a:srgbClr val="FDFDFD"/>
                </a:solidFill>
                <a:latin typeface="Poppins Bold"/>
              </a:rPr>
              <a:t>Juliana Silva</a:t>
            </a:r>
          </a:p>
        </p:txBody>
      </p:sp>
      <p:sp>
        <p:nvSpPr>
          <p:cNvPr id="28" name="TextBox 28"/>
          <p:cNvSpPr txBox="1"/>
          <p:nvPr/>
        </p:nvSpPr>
        <p:spPr>
          <a:xfrm>
            <a:off x="7823789" y="7333651"/>
            <a:ext cx="2641447" cy="283516"/>
          </a:xfrm>
          <a:prstGeom prst="rect">
            <a:avLst/>
          </a:prstGeom>
        </p:spPr>
        <p:txBody>
          <a:bodyPr lIns="0" tIns="0" rIns="0" bIns="0" rtlCol="0" anchor="t">
            <a:spAutoFit/>
          </a:bodyPr>
          <a:lstStyle/>
          <a:p>
            <a:pPr algn="ctr">
              <a:lnSpc>
                <a:spcPts val="2223"/>
              </a:lnSpc>
            </a:pPr>
            <a:r>
              <a:rPr lang="en-US" sz="1587" spc="-31">
                <a:solidFill>
                  <a:srgbClr val="FDFDFD"/>
                </a:solidFill>
                <a:latin typeface="Poppins"/>
              </a:rPr>
              <a:t>CEO &amp; Founder</a:t>
            </a:r>
          </a:p>
        </p:txBody>
      </p:sp>
      <p:sp>
        <p:nvSpPr>
          <p:cNvPr id="29" name="TextBox 29"/>
          <p:cNvSpPr txBox="1"/>
          <p:nvPr/>
        </p:nvSpPr>
        <p:spPr>
          <a:xfrm>
            <a:off x="11290076" y="6962323"/>
            <a:ext cx="2641447" cy="375591"/>
          </a:xfrm>
          <a:prstGeom prst="rect">
            <a:avLst/>
          </a:prstGeom>
        </p:spPr>
        <p:txBody>
          <a:bodyPr lIns="0" tIns="0" rIns="0" bIns="0" rtlCol="0" anchor="t">
            <a:spAutoFit/>
          </a:bodyPr>
          <a:lstStyle/>
          <a:p>
            <a:pPr algn="ctr">
              <a:lnSpc>
                <a:spcPts val="2923"/>
              </a:lnSpc>
            </a:pPr>
            <a:r>
              <a:rPr lang="en-US" sz="2087" spc="39">
                <a:solidFill>
                  <a:srgbClr val="FDFDFD"/>
                </a:solidFill>
                <a:latin typeface="Poppins Bold"/>
              </a:rPr>
              <a:t>Daniel Gallego</a:t>
            </a:r>
          </a:p>
        </p:txBody>
      </p:sp>
      <p:sp>
        <p:nvSpPr>
          <p:cNvPr id="30" name="TextBox 30"/>
          <p:cNvSpPr txBox="1"/>
          <p:nvPr/>
        </p:nvSpPr>
        <p:spPr>
          <a:xfrm>
            <a:off x="11290076" y="7333651"/>
            <a:ext cx="2641447" cy="283516"/>
          </a:xfrm>
          <a:prstGeom prst="rect">
            <a:avLst/>
          </a:prstGeom>
        </p:spPr>
        <p:txBody>
          <a:bodyPr lIns="0" tIns="0" rIns="0" bIns="0" rtlCol="0" anchor="t">
            <a:spAutoFit/>
          </a:bodyPr>
          <a:lstStyle/>
          <a:p>
            <a:pPr algn="ctr">
              <a:lnSpc>
                <a:spcPts val="2223"/>
              </a:lnSpc>
            </a:pPr>
            <a:r>
              <a:rPr lang="en-US" sz="1587" spc="-31">
                <a:solidFill>
                  <a:srgbClr val="FDFDFD"/>
                </a:solidFill>
                <a:latin typeface="Poppins"/>
              </a:rPr>
              <a:t>IT Expert</a:t>
            </a:r>
          </a:p>
        </p:txBody>
      </p:sp>
      <p:sp>
        <p:nvSpPr>
          <p:cNvPr id="31" name="TextBox 31"/>
          <p:cNvSpPr txBox="1"/>
          <p:nvPr/>
        </p:nvSpPr>
        <p:spPr>
          <a:xfrm>
            <a:off x="14754134" y="6962323"/>
            <a:ext cx="2641447" cy="375591"/>
          </a:xfrm>
          <a:prstGeom prst="rect">
            <a:avLst/>
          </a:prstGeom>
        </p:spPr>
        <p:txBody>
          <a:bodyPr lIns="0" tIns="0" rIns="0" bIns="0" rtlCol="0" anchor="t">
            <a:spAutoFit/>
          </a:bodyPr>
          <a:lstStyle/>
          <a:p>
            <a:pPr algn="ctr">
              <a:lnSpc>
                <a:spcPts val="2923"/>
              </a:lnSpc>
            </a:pPr>
            <a:r>
              <a:rPr lang="en-US" sz="2087" spc="39">
                <a:solidFill>
                  <a:srgbClr val="FDFDFD"/>
                </a:solidFill>
                <a:latin typeface="Poppins Bold"/>
              </a:rPr>
              <a:t>Olivia Wilson</a:t>
            </a:r>
          </a:p>
        </p:txBody>
      </p:sp>
      <p:sp>
        <p:nvSpPr>
          <p:cNvPr id="32" name="TextBox 32"/>
          <p:cNvSpPr txBox="1"/>
          <p:nvPr/>
        </p:nvSpPr>
        <p:spPr>
          <a:xfrm>
            <a:off x="14754134" y="7333651"/>
            <a:ext cx="2641447" cy="283516"/>
          </a:xfrm>
          <a:prstGeom prst="rect">
            <a:avLst/>
          </a:prstGeom>
        </p:spPr>
        <p:txBody>
          <a:bodyPr lIns="0" tIns="0" rIns="0" bIns="0" rtlCol="0" anchor="t">
            <a:spAutoFit/>
          </a:bodyPr>
          <a:lstStyle/>
          <a:p>
            <a:pPr algn="ctr">
              <a:lnSpc>
                <a:spcPts val="2223"/>
              </a:lnSpc>
            </a:pPr>
            <a:r>
              <a:rPr lang="en-US" sz="1587" spc="-31">
                <a:solidFill>
                  <a:srgbClr val="FDFDFD"/>
                </a:solidFill>
                <a:latin typeface="Poppins"/>
              </a:rPr>
              <a:t>Marketing Head</a:t>
            </a:r>
          </a:p>
        </p:txBody>
      </p:sp>
      <p:grpSp>
        <p:nvGrpSpPr>
          <p:cNvPr id="33" name="Group 33"/>
          <p:cNvGrpSpPr/>
          <p:nvPr/>
        </p:nvGrpSpPr>
        <p:grpSpPr>
          <a:xfrm>
            <a:off x="-1766494" y="9340175"/>
            <a:ext cx="21820987" cy="946825"/>
            <a:chOff x="0" y="0"/>
            <a:chExt cx="6110362" cy="265132"/>
          </a:xfrm>
        </p:grpSpPr>
        <p:sp>
          <p:nvSpPr>
            <p:cNvPr id="34" name="Freeform 34"/>
            <p:cNvSpPr/>
            <p:nvPr/>
          </p:nvSpPr>
          <p:spPr>
            <a:xfrm>
              <a:off x="0" y="0"/>
              <a:ext cx="6110362" cy="265132"/>
            </a:xfrm>
            <a:custGeom>
              <a:avLst/>
              <a:gdLst/>
              <a:ahLst/>
              <a:cxnLst/>
              <a:rect l="l" t="t" r="r" b="b"/>
              <a:pathLst>
                <a:path w="6110362" h="265132">
                  <a:moveTo>
                    <a:pt x="0" y="0"/>
                  </a:moveTo>
                  <a:lnTo>
                    <a:pt x="6110362" y="0"/>
                  </a:lnTo>
                  <a:lnTo>
                    <a:pt x="6110362" y="265132"/>
                  </a:lnTo>
                  <a:lnTo>
                    <a:pt x="0" y="265132"/>
                  </a:lnTo>
                  <a:close/>
                </a:path>
              </a:pathLst>
            </a:custGeom>
            <a:solidFill>
              <a:srgbClr val="335388"/>
            </a:solidFill>
            <a:ln cap="sq">
              <a:noFill/>
              <a:prstDash val="solid"/>
              <a:miter/>
            </a:ln>
          </p:spPr>
          <p:txBody>
            <a:bodyPr/>
            <a:lstStyle/>
            <a:p>
              <a:endParaRPr lang="en-US"/>
            </a:p>
          </p:txBody>
        </p:sp>
        <p:sp>
          <p:nvSpPr>
            <p:cNvPr id="35" name="TextBox 35"/>
            <p:cNvSpPr txBox="1"/>
            <p:nvPr/>
          </p:nvSpPr>
          <p:spPr>
            <a:xfrm>
              <a:off x="0" y="-38100"/>
              <a:ext cx="6110362" cy="30323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6" name="Group 36"/>
          <p:cNvGrpSpPr/>
          <p:nvPr/>
        </p:nvGrpSpPr>
        <p:grpSpPr>
          <a:xfrm>
            <a:off x="-1766494" y="-816076"/>
            <a:ext cx="21820987" cy="1762900"/>
            <a:chOff x="0" y="0"/>
            <a:chExt cx="6110362" cy="493651"/>
          </a:xfrm>
        </p:grpSpPr>
        <p:sp>
          <p:nvSpPr>
            <p:cNvPr id="37" name="Freeform 37"/>
            <p:cNvSpPr/>
            <p:nvPr/>
          </p:nvSpPr>
          <p:spPr>
            <a:xfrm>
              <a:off x="0" y="0"/>
              <a:ext cx="6110362" cy="493651"/>
            </a:xfrm>
            <a:custGeom>
              <a:avLst/>
              <a:gdLst/>
              <a:ahLst/>
              <a:cxnLst/>
              <a:rect l="l" t="t" r="r" b="b"/>
              <a:pathLst>
                <a:path w="6110362" h="493651">
                  <a:moveTo>
                    <a:pt x="0" y="0"/>
                  </a:moveTo>
                  <a:lnTo>
                    <a:pt x="6110362" y="0"/>
                  </a:lnTo>
                  <a:lnTo>
                    <a:pt x="6110362" y="493651"/>
                  </a:lnTo>
                  <a:lnTo>
                    <a:pt x="0" y="493651"/>
                  </a:lnTo>
                  <a:close/>
                </a:path>
              </a:pathLst>
            </a:custGeom>
            <a:solidFill>
              <a:srgbClr val="335388"/>
            </a:solidFill>
            <a:ln cap="sq">
              <a:noFill/>
              <a:prstDash val="solid"/>
              <a:miter/>
            </a:ln>
          </p:spPr>
          <p:txBody>
            <a:bodyPr/>
            <a:lstStyle/>
            <a:p>
              <a:endParaRPr lang="en-US"/>
            </a:p>
          </p:txBody>
        </p:sp>
        <p:sp>
          <p:nvSpPr>
            <p:cNvPr id="38" name="TextBox 38"/>
            <p:cNvSpPr txBox="1"/>
            <p:nvPr/>
          </p:nvSpPr>
          <p:spPr>
            <a:xfrm>
              <a:off x="0" y="-38100"/>
              <a:ext cx="6110362" cy="531751"/>
            </a:xfrm>
            <a:prstGeom prst="rect">
              <a:avLst/>
            </a:prstGeom>
          </p:spPr>
          <p:txBody>
            <a:bodyPr lIns="50800" tIns="50800" rIns="50800" bIns="50800" rtlCol="0" anchor="ctr"/>
            <a:lstStyle/>
            <a:p>
              <a:pPr marL="0" lvl="0" indent="0" algn="ctr">
                <a:lnSpc>
                  <a:spcPts val="2659"/>
                </a:lnSpc>
                <a:spcBef>
                  <a:spcPct val="0"/>
                </a:spcBef>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2818366" y="2485326"/>
            <a:ext cx="8819592" cy="1771491"/>
          </a:xfrm>
          <a:prstGeom prst="rect">
            <a:avLst/>
          </a:prstGeom>
        </p:spPr>
        <p:txBody>
          <a:bodyPr lIns="0" tIns="0" rIns="0" bIns="0" rtlCol="0" anchor="t">
            <a:spAutoFit/>
          </a:bodyPr>
          <a:lstStyle/>
          <a:p>
            <a:pPr marL="0" lvl="0" indent="0">
              <a:lnSpc>
                <a:spcPts val="14510"/>
              </a:lnSpc>
              <a:spcBef>
                <a:spcPct val="0"/>
              </a:spcBef>
            </a:pPr>
            <a:r>
              <a:rPr lang="en-US" sz="10364">
                <a:solidFill>
                  <a:srgbClr val="051D40"/>
                </a:solidFill>
                <a:latin typeface="Open Sans Extra Bold"/>
              </a:rPr>
              <a:t>THANK YOU!</a:t>
            </a:r>
          </a:p>
        </p:txBody>
      </p:sp>
      <p:grpSp>
        <p:nvGrpSpPr>
          <p:cNvPr id="3" name="Group 3"/>
          <p:cNvGrpSpPr>
            <a:grpSpLocks noChangeAspect="1"/>
          </p:cNvGrpSpPr>
          <p:nvPr/>
        </p:nvGrpSpPr>
        <p:grpSpPr>
          <a:xfrm>
            <a:off x="2818366" y="4807681"/>
            <a:ext cx="2706695" cy="2696122"/>
            <a:chOff x="0" y="0"/>
            <a:chExt cx="6502400" cy="6477000"/>
          </a:xfrm>
        </p:grpSpPr>
        <p:sp>
          <p:nvSpPr>
            <p:cNvPr id="4" name="Freeform 4"/>
            <p:cNvSpPr/>
            <p:nvPr/>
          </p:nvSpPr>
          <p:spPr>
            <a:xfrm>
              <a:off x="-23042" y="119185"/>
              <a:ext cx="6542159" cy="6244242"/>
            </a:xfrm>
            <a:custGeom>
              <a:avLst/>
              <a:gdLst/>
              <a:ahLst/>
              <a:cxnLst/>
              <a:rect l="l" t="t" r="r" b="b"/>
              <a:pathLst>
                <a:path w="6542159" h="6244242">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2"/>
              <a:stretch>
                <a:fillRect l="-54206" t="-5913" r="-31031" b="-18052"/>
              </a:stretch>
            </a:blipFill>
          </p:spPr>
          <p:txBody>
            <a:bodyPr/>
            <a:lstStyle/>
            <a:p>
              <a:endParaRPr lang="en-US"/>
            </a:p>
          </p:txBody>
        </p:sp>
        <p:sp>
          <p:nvSpPr>
            <p:cNvPr id="5" name="Freeform 5"/>
            <p:cNvSpPr/>
            <p:nvPr/>
          </p:nvSpPr>
          <p:spPr>
            <a:xfrm>
              <a:off x="73038" y="66269"/>
              <a:ext cx="6350000" cy="6349987"/>
            </a:xfrm>
            <a:custGeom>
              <a:avLst/>
              <a:gdLst/>
              <a:ahLst/>
              <a:cxnLst/>
              <a:rect l="l" t="t" r="r" b="b"/>
              <a:pathLst>
                <a:path w="6350000" h="6349987">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335388"/>
            </a:solidFill>
          </p:spPr>
          <p:txBody>
            <a:bodyPr/>
            <a:lstStyle/>
            <a:p>
              <a:endParaRPr lang="en-US"/>
            </a:p>
          </p:txBody>
        </p:sp>
      </p:grpSp>
      <p:sp>
        <p:nvSpPr>
          <p:cNvPr id="6" name="Freeform 6"/>
          <p:cNvSpPr/>
          <p:nvPr/>
        </p:nvSpPr>
        <p:spPr>
          <a:xfrm>
            <a:off x="5736916" y="5778432"/>
            <a:ext cx="399176" cy="399176"/>
          </a:xfrm>
          <a:custGeom>
            <a:avLst/>
            <a:gdLst/>
            <a:ahLst/>
            <a:cxnLst/>
            <a:rect l="l" t="t" r="r" b="b"/>
            <a:pathLst>
              <a:path w="399176" h="399176">
                <a:moveTo>
                  <a:pt x="0" y="0"/>
                </a:moveTo>
                <a:lnTo>
                  <a:pt x="399175" y="0"/>
                </a:lnTo>
                <a:lnTo>
                  <a:pt x="399175" y="399175"/>
                </a:lnTo>
                <a:lnTo>
                  <a:pt x="0" y="3991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5736916" y="6339014"/>
            <a:ext cx="399176" cy="399176"/>
          </a:xfrm>
          <a:custGeom>
            <a:avLst/>
            <a:gdLst/>
            <a:ahLst/>
            <a:cxnLst/>
            <a:rect l="l" t="t" r="r" b="b"/>
            <a:pathLst>
              <a:path w="399176" h="399176">
                <a:moveTo>
                  <a:pt x="0" y="0"/>
                </a:moveTo>
                <a:lnTo>
                  <a:pt x="399175" y="0"/>
                </a:lnTo>
                <a:lnTo>
                  <a:pt x="399175" y="399176"/>
                </a:lnTo>
                <a:lnTo>
                  <a:pt x="0" y="399176"/>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8" name="Freeform 8"/>
          <p:cNvSpPr/>
          <p:nvPr/>
        </p:nvSpPr>
        <p:spPr>
          <a:xfrm>
            <a:off x="5736916" y="6907158"/>
            <a:ext cx="399176" cy="399176"/>
          </a:xfrm>
          <a:custGeom>
            <a:avLst/>
            <a:gdLst/>
            <a:ahLst/>
            <a:cxnLst/>
            <a:rect l="l" t="t" r="r" b="b"/>
            <a:pathLst>
              <a:path w="399176" h="399176">
                <a:moveTo>
                  <a:pt x="0" y="0"/>
                </a:moveTo>
                <a:lnTo>
                  <a:pt x="399175" y="0"/>
                </a:lnTo>
                <a:lnTo>
                  <a:pt x="399175" y="399176"/>
                </a:lnTo>
                <a:lnTo>
                  <a:pt x="0" y="399176"/>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US"/>
          </a:p>
        </p:txBody>
      </p:sp>
      <p:sp>
        <p:nvSpPr>
          <p:cNvPr id="9" name="Freeform 9"/>
          <p:cNvSpPr/>
          <p:nvPr/>
        </p:nvSpPr>
        <p:spPr>
          <a:xfrm>
            <a:off x="12398912" y="967949"/>
            <a:ext cx="5889088" cy="8229600"/>
          </a:xfrm>
          <a:custGeom>
            <a:avLst/>
            <a:gdLst/>
            <a:ahLst/>
            <a:cxnLst/>
            <a:rect l="l" t="t" r="r" b="b"/>
            <a:pathLst>
              <a:path w="5889088" h="8229600">
                <a:moveTo>
                  <a:pt x="0" y="0"/>
                </a:moveTo>
                <a:lnTo>
                  <a:pt x="5889088" y="0"/>
                </a:lnTo>
                <a:lnTo>
                  <a:pt x="5889088" y="8229600"/>
                </a:lnTo>
                <a:lnTo>
                  <a:pt x="0" y="8229600"/>
                </a:lnTo>
                <a:lnTo>
                  <a:pt x="0" y="0"/>
                </a:lnTo>
                <a:close/>
              </a:path>
            </a:pathLst>
          </a:custGeom>
          <a:blipFill>
            <a:blip r:embed="rId9"/>
            <a:stretch>
              <a:fillRect t="-3703" b="-3703"/>
            </a:stretch>
          </a:blipFill>
        </p:spPr>
        <p:txBody>
          <a:bodyPr/>
          <a:lstStyle/>
          <a:p>
            <a:endParaRPr lang="en-US"/>
          </a:p>
        </p:txBody>
      </p:sp>
      <p:sp>
        <p:nvSpPr>
          <p:cNvPr id="10" name="TextBox 10"/>
          <p:cNvSpPr txBox="1"/>
          <p:nvPr/>
        </p:nvSpPr>
        <p:spPr>
          <a:xfrm>
            <a:off x="5736916" y="4723541"/>
            <a:ext cx="3747646" cy="515647"/>
          </a:xfrm>
          <a:prstGeom prst="rect">
            <a:avLst/>
          </a:prstGeom>
        </p:spPr>
        <p:txBody>
          <a:bodyPr lIns="0" tIns="0" rIns="0" bIns="0" rtlCol="0" anchor="t">
            <a:spAutoFit/>
          </a:bodyPr>
          <a:lstStyle/>
          <a:p>
            <a:pPr marL="0" lvl="1" indent="0">
              <a:lnSpc>
                <a:spcPts val="4050"/>
              </a:lnSpc>
              <a:spcBef>
                <a:spcPct val="0"/>
              </a:spcBef>
            </a:pPr>
            <a:r>
              <a:rPr lang="en-US" sz="2893" spc="-57">
                <a:solidFill>
                  <a:srgbClr val="145DA0"/>
                </a:solidFill>
                <a:latin typeface="Poppins Bold"/>
              </a:rPr>
              <a:t>Aaron Loeb</a:t>
            </a:r>
          </a:p>
        </p:txBody>
      </p:sp>
      <p:sp>
        <p:nvSpPr>
          <p:cNvPr id="11" name="TextBox 11"/>
          <p:cNvSpPr txBox="1"/>
          <p:nvPr/>
        </p:nvSpPr>
        <p:spPr>
          <a:xfrm>
            <a:off x="5763347" y="5250366"/>
            <a:ext cx="4069598" cy="332477"/>
          </a:xfrm>
          <a:prstGeom prst="rect">
            <a:avLst/>
          </a:prstGeom>
        </p:spPr>
        <p:txBody>
          <a:bodyPr lIns="0" tIns="0" rIns="0" bIns="0" rtlCol="0" anchor="t">
            <a:spAutoFit/>
          </a:bodyPr>
          <a:lstStyle/>
          <a:p>
            <a:pPr marL="0" lvl="1" indent="0">
              <a:lnSpc>
                <a:spcPts val="2674"/>
              </a:lnSpc>
              <a:spcBef>
                <a:spcPct val="0"/>
              </a:spcBef>
            </a:pPr>
            <a:r>
              <a:rPr lang="en-US" sz="1910" spc="-38">
                <a:solidFill>
                  <a:srgbClr val="145DA0"/>
                </a:solidFill>
                <a:latin typeface="Poppins"/>
              </a:rPr>
              <a:t>CEO &amp; Founder</a:t>
            </a:r>
          </a:p>
        </p:txBody>
      </p:sp>
      <p:sp>
        <p:nvSpPr>
          <p:cNvPr id="12" name="TextBox 12"/>
          <p:cNvSpPr txBox="1"/>
          <p:nvPr/>
        </p:nvSpPr>
        <p:spPr>
          <a:xfrm>
            <a:off x="6273438" y="6281864"/>
            <a:ext cx="3788059" cy="325492"/>
          </a:xfrm>
          <a:prstGeom prst="rect">
            <a:avLst/>
          </a:prstGeom>
        </p:spPr>
        <p:txBody>
          <a:bodyPr lIns="0" tIns="0" rIns="0" bIns="0" rtlCol="0" anchor="t">
            <a:spAutoFit/>
          </a:bodyPr>
          <a:lstStyle/>
          <a:p>
            <a:pPr marL="0" lvl="1" indent="0">
              <a:lnSpc>
                <a:spcPts val="2534"/>
              </a:lnSpc>
              <a:spcBef>
                <a:spcPct val="0"/>
              </a:spcBef>
            </a:pPr>
            <a:r>
              <a:rPr lang="en-US" sz="1810" spc="-36">
                <a:solidFill>
                  <a:srgbClr val="145DA0"/>
                </a:solidFill>
                <a:latin typeface="Poppins"/>
              </a:rPr>
              <a:t>www.reallygreatsite.com</a:t>
            </a:r>
          </a:p>
        </p:txBody>
      </p:sp>
      <p:sp>
        <p:nvSpPr>
          <p:cNvPr id="13" name="TextBox 13"/>
          <p:cNvSpPr txBox="1"/>
          <p:nvPr/>
        </p:nvSpPr>
        <p:spPr>
          <a:xfrm>
            <a:off x="6273438" y="6905490"/>
            <a:ext cx="3788059" cy="639817"/>
          </a:xfrm>
          <a:prstGeom prst="rect">
            <a:avLst/>
          </a:prstGeom>
        </p:spPr>
        <p:txBody>
          <a:bodyPr lIns="0" tIns="0" rIns="0" bIns="0" rtlCol="0" anchor="t">
            <a:spAutoFit/>
          </a:bodyPr>
          <a:lstStyle/>
          <a:p>
            <a:pPr marL="0" lvl="1" indent="0">
              <a:lnSpc>
                <a:spcPts val="2534"/>
              </a:lnSpc>
              <a:spcBef>
                <a:spcPct val="0"/>
              </a:spcBef>
            </a:pPr>
            <a:r>
              <a:rPr lang="en-US" sz="1810" spc="-36">
                <a:solidFill>
                  <a:srgbClr val="145DA0"/>
                </a:solidFill>
                <a:latin typeface="Poppins"/>
              </a:rPr>
              <a:t>123 Anywhere St., Any City, State, Country 12345</a:t>
            </a:r>
          </a:p>
        </p:txBody>
      </p:sp>
      <p:sp>
        <p:nvSpPr>
          <p:cNvPr id="14" name="TextBox 14"/>
          <p:cNvSpPr txBox="1"/>
          <p:nvPr/>
        </p:nvSpPr>
        <p:spPr>
          <a:xfrm>
            <a:off x="6273438" y="5761462"/>
            <a:ext cx="3559508" cy="325492"/>
          </a:xfrm>
          <a:prstGeom prst="rect">
            <a:avLst/>
          </a:prstGeom>
        </p:spPr>
        <p:txBody>
          <a:bodyPr lIns="0" tIns="0" rIns="0" bIns="0" rtlCol="0" anchor="t">
            <a:spAutoFit/>
          </a:bodyPr>
          <a:lstStyle/>
          <a:p>
            <a:pPr marL="0" lvl="1" indent="0">
              <a:lnSpc>
                <a:spcPts val="2534"/>
              </a:lnSpc>
              <a:spcBef>
                <a:spcPct val="0"/>
              </a:spcBef>
            </a:pPr>
            <a:r>
              <a:rPr lang="en-US" sz="1810" spc="-36">
                <a:solidFill>
                  <a:srgbClr val="145DA0"/>
                </a:solidFill>
                <a:latin typeface="Poppins"/>
              </a:rPr>
              <a:t>+123-456-7890</a:t>
            </a:r>
          </a:p>
        </p:txBody>
      </p:sp>
      <p:grpSp>
        <p:nvGrpSpPr>
          <p:cNvPr id="15" name="Group 15"/>
          <p:cNvGrpSpPr/>
          <p:nvPr/>
        </p:nvGrpSpPr>
        <p:grpSpPr>
          <a:xfrm>
            <a:off x="12398912" y="0"/>
            <a:ext cx="5889088" cy="756959"/>
            <a:chOff x="0" y="0"/>
            <a:chExt cx="1551036" cy="199364"/>
          </a:xfrm>
        </p:grpSpPr>
        <p:sp>
          <p:nvSpPr>
            <p:cNvPr id="16" name="Freeform 16"/>
            <p:cNvSpPr/>
            <p:nvPr/>
          </p:nvSpPr>
          <p:spPr>
            <a:xfrm>
              <a:off x="0" y="0"/>
              <a:ext cx="1551036" cy="199364"/>
            </a:xfrm>
            <a:custGeom>
              <a:avLst/>
              <a:gdLst/>
              <a:ahLst/>
              <a:cxnLst/>
              <a:rect l="l" t="t" r="r" b="b"/>
              <a:pathLst>
                <a:path w="1551036" h="199364">
                  <a:moveTo>
                    <a:pt x="0" y="0"/>
                  </a:moveTo>
                  <a:lnTo>
                    <a:pt x="1551036" y="0"/>
                  </a:lnTo>
                  <a:lnTo>
                    <a:pt x="1551036" y="199364"/>
                  </a:lnTo>
                  <a:lnTo>
                    <a:pt x="0" y="199364"/>
                  </a:lnTo>
                  <a:close/>
                </a:path>
              </a:pathLst>
            </a:custGeom>
            <a:solidFill>
              <a:srgbClr val="5B98BA"/>
            </a:solidFill>
            <a:ln cap="sq">
              <a:noFill/>
              <a:prstDash val="solid"/>
              <a:miter/>
            </a:ln>
          </p:spPr>
          <p:txBody>
            <a:bodyPr/>
            <a:lstStyle/>
            <a:p>
              <a:endParaRPr lang="en-US"/>
            </a:p>
          </p:txBody>
        </p:sp>
        <p:sp>
          <p:nvSpPr>
            <p:cNvPr id="17" name="TextBox 17"/>
            <p:cNvSpPr txBox="1"/>
            <p:nvPr/>
          </p:nvSpPr>
          <p:spPr>
            <a:xfrm>
              <a:off x="0" y="-38100"/>
              <a:ext cx="1551036" cy="237464"/>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2398912" y="9530041"/>
            <a:ext cx="5889088" cy="756959"/>
            <a:chOff x="0" y="0"/>
            <a:chExt cx="1551036" cy="199364"/>
          </a:xfrm>
        </p:grpSpPr>
        <p:sp>
          <p:nvSpPr>
            <p:cNvPr id="19" name="Freeform 19"/>
            <p:cNvSpPr/>
            <p:nvPr/>
          </p:nvSpPr>
          <p:spPr>
            <a:xfrm>
              <a:off x="0" y="0"/>
              <a:ext cx="1551036" cy="199364"/>
            </a:xfrm>
            <a:custGeom>
              <a:avLst/>
              <a:gdLst/>
              <a:ahLst/>
              <a:cxnLst/>
              <a:rect l="l" t="t" r="r" b="b"/>
              <a:pathLst>
                <a:path w="1551036" h="199364">
                  <a:moveTo>
                    <a:pt x="0" y="0"/>
                  </a:moveTo>
                  <a:lnTo>
                    <a:pt x="1551036" y="0"/>
                  </a:lnTo>
                  <a:lnTo>
                    <a:pt x="1551036" y="199364"/>
                  </a:lnTo>
                  <a:lnTo>
                    <a:pt x="0" y="199364"/>
                  </a:lnTo>
                  <a:close/>
                </a:path>
              </a:pathLst>
            </a:custGeom>
            <a:solidFill>
              <a:srgbClr val="5B98BA"/>
            </a:solidFill>
            <a:ln cap="sq">
              <a:noFill/>
              <a:prstDash val="solid"/>
              <a:miter/>
            </a:ln>
          </p:spPr>
          <p:txBody>
            <a:bodyPr/>
            <a:lstStyle/>
            <a:p>
              <a:endParaRPr lang="en-US"/>
            </a:p>
          </p:txBody>
        </p:sp>
        <p:sp>
          <p:nvSpPr>
            <p:cNvPr id="20" name="TextBox 20"/>
            <p:cNvSpPr txBox="1"/>
            <p:nvPr/>
          </p:nvSpPr>
          <p:spPr>
            <a:xfrm>
              <a:off x="0" y="-38100"/>
              <a:ext cx="1551036" cy="237464"/>
            </a:xfrm>
            <a:prstGeom prst="rect">
              <a:avLst/>
            </a:prstGeom>
          </p:spPr>
          <p:txBody>
            <a:bodyPr lIns="50800" tIns="50800" rIns="50800" bIns="50800" rtlCol="0" anchor="ctr"/>
            <a:lstStyle/>
            <a:p>
              <a:pPr algn="ctr">
                <a:lnSpc>
                  <a:spcPts val="2659"/>
                </a:lnSpc>
              </a:pPr>
              <a:endParaRPr/>
            </a:p>
          </p:txBody>
        </p:sp>
      </p:grpSp>
      <p:sp>
        <p:nvSpPr>
          <p:cNvPr id="21" name="Freeform 21"/>
          <p:cNvSpPr/>
          <p:nvPr/>
        </p:nvSpPr>
        <p:spPr>
          <a:xfrm>
            <a:off x="-4925441" y="3609788"/>
            <a:ext cx="9392643" cy="9529477"/>
          </a:xfrm>
          <a:custGeom>
            <a:avLst/>
            <a:gdLst/>
            <a:ahLst/>
            <a:cxnLst/>
            <a:rect l="l" t="t" r="r" b="b"/>
            <a:pathLst>
              <a:path w="9392643" h="9529477">
                <a:moveTo>
                  <a:pt x="0" y="0"/>
                </a:moveTo>
                <a:lnTo>
                  <a:pt x="9392643" y="0"/>
                </a:lnTo>
                <a:lnTo>
                  <a:pt x="9392643" y="9529476"/>
                </a:lnTo>
                <a:lnTo>
                  <a:pt x="0" y="9529476"/>
                </a:lnTo>
                <a:lnTo>
                  <a:pt x="0" y="0"/>
                </a:lnTo>
                <a:close/>
              </a:path>
            </a:pathLst>
          </a:custGeom>
          <a:blipFill>
            <a:blip r:embed="rId10">
              <a:alphaModFix amt="20999"/>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2" name="Freeform 22"/>
          <p:cNvSpPr/>
          <p:nvPr/>
        </p:nvSpPr>
        <p:spPr>
          <a:xfrm>
            <a:off x="3287787" y="967949"/>
            <a:ext cx="588438" cy="597010"/>
          </a:xfrm>
          <a:custGeom>
            <a:avLst/>
            <a:gdLst/>
            <a:ahLst/>
            <a:cxnLst/>
            <a:rect l="l" t="t" r="r" b="b"/>
            <a:pathLst>
              <a:path w="588438" h="597010">
                <a:moveTo>
                  <a:pt x="0" y="0"/>
                </a:moveTo>
                <a:lnTo>
                  <a:pt x="588438" y="0"/>
                </a:lnTo>
                <a:lnTo>
                  <a:pt x="588438" y="597010"/>
                </a:lnTo>
                <a:lnTo>
                  <a:pt x="0" y="59701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3" name="TextBox 23"/>
          <p:cNvSpPr txBox="1"/>
          <p:nvPr/>
        </p:nvSpPr>
        <p:spPr>
          <a:xfrm>
            <a:off x="2818366" y="1641123"/>
            <a:ext cx="1527280" cy="649308"/>
          </a:xfrm>
          <a:prstGeom prst="rect">
            <a:avLst/>
          </a:prstGeom>
        </p:spPr>
        <p:txBody>
          <a:bodyPr lIns="0" tIns="0" rIns="0" bIns="0" rtlCol="0" anchor="t">
            <a:spAutoFit/>
          </a:bodyPr>
          <a:lstStyle/>
          <a:p>
            <a:pPr algn="ctr">
              <a:lnSpc>
                <a:spcPts val="2567"/>
              </a:lnSpc>
              <a:spcBef>
                <a:spcPct val="0"/>
              </a:spcBef>
            </a:pPr>
            <a:r>
              <a:rPr lang="en-US" sz="1834" spc="-36">
                <a:solidFill>
                  <a:srgbClr val="145DA0"/>
                </a:solidFill>
                <a:latin typeface="Poppins Bold"/>
              </a:rPr>
              <a:t>Arowwai Industries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2255089" y="8247738"/>
            <a:ext cx="704088" cy="896408"/>
          </a:xfrm>
          <a:custGeom>
            <a:avLst/>
            <a:gdLst/>
            <a:ahLst/>
            <a:cxnLst/>
            <a:rect l="l" t="t" r="r" b="b"/>
            <a:pathLst>
              <a:path w="704088" h="896408">
                <a:moveTo>
                  <a:pt x="0" y="0"/>
                </a:moveTo>
                <a:lnTo>
                  <a:pt x="704088" y="0"/>
                </a:lnTo>
                <a:lnTo>
                  <a:pt x="704088" y="896408"/>
                </a:lnTo>
                <a:lnTo>
                  <a:pt x="0" y="8964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3521152" y="8196791"/>
            <a:ext cx="1043341" cy="1016784"/>
          </a:xfrm>
          <a:custGeom>
            <a:avLst/>
            <a:gdLst/>
            <a:ahLst/>
            <a:cxnLst/>
            <a:rect l="l" t="t" r="r" b="b"/>
            <a:pathLst>
              <a:path w="1043341" h="1016784">
                <a:moveTo>
                  <a:pt x="0" y="0"/>
                </a:moveTo>
                <a:lnTo>
                  <a:pt x="1043341" y="0"/>
                </a:lnTo>
                <a:lnTo>
                  <a:pt x="1043341" y="1016783"/>
                </a:lnTo>
                <a:lnTo>
                  <a:pt x="0" y="10167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5202424" y="8230226"/>
            <a:ext cx="825844" cy="895886"/>
          </a:xfrm>
          <a:custGeom>
            <a:avLst/>
            <a:gdLst/>
            <a:ahLst/>
            <a:cxnLst/>
            <a:rect l="l" t="t" r="r" b="b"/>
            <a:pathLst>
              <a:path w="825844" h="895886">
                <a:moveTo>
                  <a:pt x="0" y="0"/>
                </a:moveTo>
                <a:lnTo>
                  <a:pt x="825844" y="0"/>
                </a:lnTo>
                <a:lnTo>
                  <a:pt x="825844" y="895886"/>
                </a:lnTo>
                <a:lnTo>
                  <a:pt x="0" y="89588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a:off x="6476583" y="8394737"/>
            <a:ext cx="801428" cy="735857"/>
          </a:xfrm>
          <a:custGeom>
            <a:avLst/>
            <a:gdLst/>
            <a:ahLst/>
            <a:cxnLst/>
            <a:rect l="l" t="t" r="r" b="b"/>
            <a:pathLst>
              <a:path w="801428" h="735857">
                <a:moveTo>
                  <a:pt x="0" y="0"/>
                </a:moveTo>
                <a:lnTo>
                  <a:pt x="801428" y="0"/>
                </a:lnTo>
                <a:lnTo>
                  <a:pt x="801428" y="735857"/>
                </a:lnTo>
                <a:lnTo>
                  <a:pt x="0" y="73585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6" name="Freeform 6"/>
          <p:cNvSpPr/>
          <p:nvPr/>
        </p:nvSpPr>
        <p:spPr>
          <a:xfrm>
            <a:off x="6752291" y="5608303"/>
            <a:ext cx="682965" cy="813054"/>
          </a:xfrm>
          <a:custGeom>
            <a:avLst/>
            <a:gdLst/>
            <a:ahLst/>
            <a:cxnLst/>
            <a:rect l="l" t="t" r="r" b="b"/>
            <a:pathLst>
              <a:path w="682965" h="813054">
                <a:moveTo>
                  <a:pt x="0" y="0"/>
                </a:moveTo>
                <a:lnTo>
                  <a:pt x="682965" y="0"/>
                </a:lnTo>
                <a:lnTo>
                  <a:pt x="682965" y="813054"/>
                </a:lnTo>
                <a:lnTo>
                  <a:pt x="0" y="81305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7" name="Freeform 7"/>
          <p:cNvSpPr/>
          <p:nvPr/>
        </p:nvSpPr>
        <p:spPr>
          <a:xfrm>
            <a:off x="10996000" y="4533662"/>
            <a:ext cx="795968" cy="706241"/>
          </a:xfrm>
          <a:custGeom>
            <a:avLst/>
            <a:gdLst/>
            <a:ahLst/>
            <a:cxnLst/>
            <a:rect l="l" t="t" r="r" b="b"/>
            <a:pathLst>
              <a:path w="795968" h="706241">
                <a:moveTo>
                  <a:pt x="0" y="0"/>
                </a:moveTo>
                <a:lnTo>
                  <a:pt x="795968" y="0"/>
                </a:lnTo>
                <a:lnTo>
                  <a:pt x="795968" y="706241"/>
                </a:lnTo>
                <a:lnTo>
                  <a:pt x="0" y="70624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8" name="Freeform 8"/>
          <p:cNvSpPr/>
          <p:nvPr/>
        </p:nvSpPr>
        <p:spPr>
          <a:xfrm>
            <a:off x="12418051" y="4486006"/>
            <a:ext cx="698242" cy="672851"/>
          </a:xfrm>
          <a:custGeom>
            <a:avLst/>
            <a:gdLst/>
            <a:ahLst/>
            <a:cxnLst/>
            <a:rect l="l" t="t" r="r" b="b"/>
            <a:pathLst>
              <a:path w="698242" h="672851">
                <a:moveTo>
                  <a:pt x="0" y="0"/>
                </a:moveTo>
                <a:lnTo>
                  <a:pt x="698241" y="0"/>
                </a:lnTo>
                <a:lnTo>
                  <a:pt x="698241" y="672851"/>
                </a:lnTo>
                <a:lnTo>
                  <a:pt x="0" y="6728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9" name="Freeform 9"/>
          <p:cNvSpPr/>
          <p:nvPr/>
        </p:nvSpPr>
        <p:spPr>
          <a:xfrm>
            <a:off x="8150242" y="5734112"/>
            <a:ext cx="775043" cy="868174"/>
          </a:xfrm>
          <a:custGeom>
            <a:avLst/>
            <a:gdLst/>
            <a:ahLst/>
            <a:cxnLst/>
            <a:rect l="l" t="t" r="r" b="b"/>
            <a:pathLst>
              <a:path w="775043" h="868174">
                <a:moveTo>
                  <a:pt x="0" y="0"/>
                </a:moveTo>
                <a:lnTo>
                  <a:pt x="775043" y="0"/>
                </a:lnTo>
                <a:lnTo>
                  <a:pt x="775043" y="868174"/>
                </a:lnTo>
                <a:lnTo>
                  <a:pt x="0" y="86817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10" name="Freeform 10"/>
          <p:cNvSpPr/>
          <p:nvPr/>
        </p:nvSpPr>
        <p:spPr>
          <a:xfrm>
            <a:off x="9684728" y="6927753"/>
            <a:ext cx="833753" cy="868492"/>
          </a:xfrm>
          <a:custGeom>
            <a:avLst/>
            <a:gdLst/>
            <a:ahLst/>
            <a:cxnLst/>
            <a:rect l="l" t="t" r="r" b="b"/>
            <a:pathLst>
              <a:path w="833753" h="868492">
                <a:moveTo>
                  <a:pt x="0" y="0"/>
                </a:moveTo>
                <a:lnTo>
                  <a:pt x="833752" y="0"/>
                </a:lnTo>
                <a:lnTo>
                  <a:pt x="833752" y="868492"/>
                </a:lnTo>
                <a:lnTo>
                  <a:pt x="0" y="86849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US"/>
          </a:p>
        </p:txBody>
      </p:sp>
      <p:sp>
        <p:nvSpPr>
          <p:cNvPr id="11" name="Freeform 11"/>
          <p:cNvSpPr/>
          <p:nvPr/>
        </p:nvSpPr>
        <p:spPr>
          <a:xfrm>
            <a:off x="9737808" y="5628671"/>
            <a:ext cx="727593" cy="835440"/>
          </a:xfrm>
          <a:custGeom>
            <a:avLst/>
            <a:gdLst/>
            <a:ahLst/>
            <a:cxnLst/>
            <a:rect l="l" t="t" r="r" b="b"/>
            <a:pathLst>
              <a:path w="727593" h="835440">
                <a:moveTo>
                  <a:pt x="0" y="0"/>
                </a:moveTo>
                <a:lnTo>
                  <a:pt x="727592" y="0"/>
                </a:lnTo>
                <a:lnTo>
                  <a:pt x="727592" y="835441"/>
                </a:lnTo>
                <a:lnTo>
                  <a:pt x="0" y="835441"/>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US"/>
          </a:p>
        </p:txBody>
      </p:sp>
      <p:sp>
        <p:nvSpPr>
          <p:cNvPr id="12" name="Freeform 12"/>
          <p:cNvSpPr/>
          <p:nvPr/>
        </p:nvSpPr>
        <p:spPr>
          <a:xfrm>
            <a:off x="10959897" y="5693520"/>
            <a:ext cx="868174" cy="868174"/>
          </a:xfrm>
          <a:custGeom>
            <a:avLst/>
            <a:gdLst/>
            <a:ahLst/>
            <a:cxnLst/>
            <a:rect l="l" t="t" r="r" b="b"/>
            <a:pathLst>
              <a:path w="868174" h="868174">
                <a:moveTo>
                  <a:pt x="0" y="0"/>
                </a:moveTo>
                <a:lnTo>
                  <a:pt x="868174" y="0"/>
                </a:lnTo>
                <a:lnTo>
                  <a:pt x="868174" y="868174"/>
                </a:lnTo>
                <a:lnTo>
                  <a:pt x="0" y="868174"/>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US"/>
          </a:p>
        </p:txBody>
      </p:sp>
      <p:sp>
        <p:nvSpPr>
          <p:cNvPr id="13" name="Freeform 13"/>
          <p:cNvSpPr/>
          <p:nvPr/>
        </p:nvSpPr>
        <p:spPr>
          <a:xfrm>
            <a:off x="8504855" y="8358896"/>
            <a:ext cx="899568" cy="868492"/>
          </a:xfrm>
          <a:custGeom>
            <a:avLst/>
            <a:gdLst/>
            <a:ahLst/>
            <a:cxnLst/>
            <a:rect l="l" t="t" r="r" b="b"/>
            <a:pathLst>
              <a:path w="899568" h="868492">
                <a:moveTo>
                  <a:pt x="0" y="0"/>
                </a:moveTo>
                <a:lnTo>
                  <a:pt x="899569" y="0"/>
                </a:lnTo>
                <a:lnTo>
                  <a:pt x="899569" y="868492"/>
                </a:lnTo>
                <a:lnTo>
                  <a:pt x="0" y="868492"/>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US"/>
          </a:p>
        </p:txBody>
      </p:sp>
      <p:sp>
        <p:nvSpPr>
          <p:cNvPr id="14" name="Freeform 14"/>
          <p:cNvSpPr/>
          <p:nvPr/>
        </p:nvSpPr>
        <p:spPr>
          <a:xfrm>
            <a:off x="13635175" y="6934814"/>
            <a:ext cx="928806" cy="896720"/>
          </a:xfrm>
          <a:custGeom>
            <a:avLst/>
            <a:gdLst/>
            <a:ahLst/>
            <a:cxnLst/>
            <a:rect l="l" t="t" r="r" b="b"/>
            <a:pathLst>
              <a:path w="928806" h="896720">
                <a:moveTo>
                  <a:pt x="0" y="0"/>
                </a:moveTo>
                <a:lnTo>
                  <a:pt x="928805" y="0"/>
                </a:lnTo>
                <a:lnTo>
                  <a:pt x="928805" y="896719"/>
                </a:lnTo>
                <a:lnTo>
                  <a:pt x="0" y="896719"/>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US"/>
          </a:p>
        </p:txBody>
      </p:sp>
      <p:sp>
        <p:nvSpPr>
          <p:cNvPr id="15" name="Freeform 15"/>
          <p:cNvSpPr/>
          <p:nvPr/>
        </p:nvSpPr>
        <p:spPr>
          <a:xfrm>
            <a:off x="13874191" y="4397581"/>
            <a:ext cx="778541" cy="767216"/>
          </a:xfrm>
          <a:custGeom>
            <a:avLst/>
            <a:gdLst/>
            <a:ahLst/>
            <a:cxnLst/>
            <a:rect l="l" t="t" r="r" b="b"/>
            <a:pathLst>
              <a:path w="778541" h="767216">
                <a:moveTo>
                  <a:pt x="0" y="0"/>
                </a:moveTo>
                <a:lnTo>
                  <a:pt x="778540" y="0"/>
                </a:lnTo>
                <a:lnTo>
                  <a:pt x="778540" y="767216"/>
                </a:lnTo>
                <a:lnTo>
                  <a:pt x="0" y="767216"/>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US"/>
          </a:p>
        </p:txBody>
      </p:sp>
      <p:sp>
        <p:nvSpPr>
          <p:cNvPr id="16" name="Freeform 16"/>
          <p:cNvSpPr/>
          <p:nvPr/>
        </p:nvSpPr>
        <p:spPr>
          <a:xfrm>
            <a:off x="9620774" y="4304351"/>
            <a:ext cx="889451" cy="889451"/>
          </a:xfrm>
          <a:custGeom>
            <a:avLst/>
            <a:gdLst/>
            <a:ahLst/>
            <a:cxnLst/>
            <a:rect l="l" t="t" r="r" b="b"/>
            <a:pathLst>
              <a:path w="889451" h="889451">
                <a:moveTo>
                  <a:pt x="0" y="0"/>
                </a:moveTo>
                <a:lnTo>
                  <a:pt x="889451" y="0"/>
                </a:lnTo>
                <a:lnTo>
                  <a:pt x="889451" y="889451"/>
                </a:lnTo>
                <a:lnTo>
                  <a:pt x="0" y="889451"/>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US"/>
          </a:p>
        </p:txBody>
      </p:sp>
      <p:sp>
        <p:nvSpPr>
          <p:cNvPr id="17" name="Freeform 17"/>
          <p:cNvSpPr/>
          <p:nvPr/>
        </p:nvSpPr>
        <p:spPr>
          <a:xfrm>
            <a:off x="11010376" y="7015311"/>
            <a:ext cx="767216" cy="767216"/>
          </a:xfrm>
          <a:custGeom>
            <a:avLst/>
            <a:gdLst/>
            <a:ahLst/>
            <a:cxnLst/>
            <a:rect l="l" t="t" r="r" b="b"/>
            <a:pathLst>
              <a:path w="767216" h="767216">
                <a:moveTo>
                  <a:pt x="0" y="0"/>
                </a:moveTo>
                <a:lnTo>
                  <a:pt x="767217" y="0"/>
                </a:lnTo>
                <a:lnTo>
                  <a:pt x="767217" y="767216"/>
                </a:lnTo>
                <a:lnTo>
                  <a:pt x="0" y="767216"/>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txBody>
          <a:bodyPr/>
          <a:lstStyle/>
          <a:p>
            <a:endParaRPr lang="en-US"/>
          </a:p>
        </p:txBody>
      </p:sp>
      <p:sp>
        <p:nvSpPr>
          <p:cNvPr id="18" name="Freeform 18"/>
          <p:cNvSpPr/>
          <p:nvPr/>
        </p:nvSpPr>
        <p:spPr>
          <a:xfrm>
            <a:off x="5241013" y="5665856"/>
            <a:ext cx="787256" cy="767216"/>
          </a:xfrm>
          <a:custGeom>
            <a:avLst/>
            <a:gdLst/>
            <a:ahLst/>
            <a:cxnLst/>
            <a:rect l="l" t="t" r="r" b="b"/>
            <a:pathLst>
              <a:path w="787256" h="767216">
                <a:moveTo>
                  <a:pt x="0" y="0"/>
                </a:moveTo>
                <a:lnTo>
                  <a:pt x="787255" y="0"/>
                </a:lnTo>
                <a:lnTo>
                  <a:pt x="787255" y="767217"/>
                </a:lnTo>
                <a:lnTo>
                  <a:pt x="0" y="767217"/>
                </a:lnTo>
                <a:lnTo>
                  <a:pt x="0" y="0"/>
                </a:lnTo>
                <a:close/>
              </a:path>
            </a:pathLst>
          </a:custGeom>
          <a:blipFill>
            <a:blip r:embed="rId34">
              <a:extLst>
                <a:ext uri="{96DAC541-7B7A-43D3-8B79-37D633B846F1}">
                  <asvg:svgBlip xmlns:asvg="http://schemas.microsoft.com/office/drawing/2016/SVG/main" r:embed="rId35"/>
                </a:ext>
              </a:extLst>
            </a:blip>
            <a:stretch>
              <a:fillRect/>
            </a:stretch>
          </a:blipFill>
        </p:spPr>
        <p:txBody>
          <a:bodyPr/>
          <a:lstStyle/>
          <a:p>
            <a:endParaRPr lang="en-US"/>
          </a:p>
        </p:txBody>
      </p:sp>
      <p:sp>
        <p:nvSpPr>
          <p:cNvPr id="19" name="Freeform 19"/>
          <p:cNvSpPr/>
          <p:nvPr/>
        </p:nvSpPr>
        <p:spPr>
          <a:xfrm>
            <a:off x="12318268" y="7030117"/>
            <a:ext cx="897806" cy="767216"/>
          </a:xfrm>
          <a:custGeom>
            <a:avLst/>
            <a:gdLst/>
            <a:ahLst/>
            <a:cxnLst/>
            <a:rect l="l" t="t" r="r" b="b"/>
            <a:pathLst>
              <a:path w="897806" h="767216">
                <a:moveTo>
                  <a:pt x="0" y="0"/>
                </a:moveTo>
                <a:lnTo>
                  <a:pt x="897807" y="0"/>
                </a:lnTo>
                <a:lnTo>
                  <a:pt x="897807" y="767216"/>
                </a:lnTo>
                <a:lnTo>
                  <a:pt x="0" y="767216"/>
                </a:lnTo>
                <a:lnTo>
                  <a:pt x="0" y="0"/>
                </a:lnTo>
                <a:close/>
              </a:path>
            </a:pathLst>
          </a:custGeom>
          <a:blipFill>
            <a:blip r:embed="rId36">
              <a:extLst>
                <a:ext uri="{96DAC541-7B7A-43D3-8B79-37D633B846F1}">
                  <asvg:svgBlip xmlns:asvg="http://schemas.microsoft.com/office/drawing/2016/SVG/main" r:embed="rId37"/>
                </a:ext>
              </a:extLst>
            </a:blip>
            <a:stretch>
              <a:fillRect/>
            </a:stretch>
          </a:blipFill>
        </p:spPr>
        <p:txBody>
          <a:bodyPr/>
          <a:lstStyle/>
          <a:p>
            <a:endParaRPr lang="en-US"/>
          </a:p>
        </p:txBody>
      </p:sp>
      <p:sp>
        <p:nvSpPr>
          <p:cNvPr id="20" name="Freeform 20"/>
          <p:cNvSpPr/>
          <p:nvPr/>
        </p:nvSpPr>
        <p:spPr>
          <a:xfrm>
            <a:off x="3715218" y="5654140"/>
            <a:ext cx="708629" cy="767216"/>
          </a:xfrm>
          <a:custGeom>
            <a:avLst/>
            <a:gdLst/>
            <a:ahLst/>
            <a:cxnLst/>
            <a:rect l="l" t="t" r="r" b="b"/>
            <a:pathLst>
              <a:path w="708629" h="767216">
                <a:moveTo>
                  <a:pt x="0" y="0"/>
                </a:moveTo>
                <a:lnTo>
                  <a:pt x="708629" y="0"/>
                </a:lnTo>
                <a:lnTo>
                  <a:pt x="708629" y="767217"/>
                </a:lnTo>
                <a:lnTo>
                  <a:pt x="0" y="767217"/>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txBody>
          <a:bodyPr/>
          <a:lstStyle/>
          <a:p>
            <a:endParaRPr lang="en-US"/>
          </a:p>
        </p:txBody>
      </p:sp>
      <p:sp>
        <p:nvSpPr>
          <p:cNvPr id="21" name="Freeform 21"/>
          <p:cNvSpPr/>
          <p:nvPr/>
        </p:nvSpPr>
        <p:spPr>
          <a:xfrm>
            <a:off x="2233312" y="5823048"/>
            <a:ext cx="669571" cy="767216"/>
          </a:xfrm>
          <a:custGeom>
            <a:avLst/>
            <a:gdLst/>
            <a:ahLst/>
            <a:cxnLst/>
            <a:rect l="l" t="t" r="r" b="b"/>
            <a:pathLst>
              <a:path w="669571" h="767216">
                <a:moveTo>
                  <a:pt x="0" y="0"/>
                </a:moveTo>
                <a:lnTo>
                  <a:pt x="669570" y="0"/>
                </a:lnTo>
                <a:lnTo>
                  <a:pt x="669570" y="767217"/>
                </a:lnTo>
                <a:lnTo>
                  <a:pt x="0" y="767217"/>
                </a:lnTo>
                <a:lnTo>
                  <a:pt x="0" y="0"/>
                </a:lnTo>
                <a:close/>
              </a:path>
            </a:pathLst>
          </a:custGeom>
          <a:blipFill>
            <a:blip r:embed="rId40">
              <a:extLst>
                <a:ext uri="{96DAC541-7B7A-43D3-8B79-37D633B846F1}">
                  <asvg:svgBlip xmlns:asvg="http://schemas.microsoft.com/office/drawing/2016/SVG/main" r:embed="rId41"/>
                </a:ext>
              </a:extLst>
            </a:blip>
            <a:stretch>
              <a:fillRect/>
            </a:stretch>
          </a:blipFill>
        </p:spPr>
        <p:txBody>
          <a:bodyPr/>
          <a:lstStyle/>
          <a:p>
            <a:endParaRPr lang="en-US"/>
          </a:p>
        </p:txBody>
      </p:sp>
      <p:sp>
        <p:nvSpPr>
          <p:cNvPr id="22" name="Freeform 22"/>
          <p:cNvSpPr/>
          <p:nvPr/>
        </p:nvSpPr>
        <p:spPr>
          <a:xfrm>
            <a:off x="13869833" y="8298717"/>
            <a:ext cx="514732" cy="767216"/>
          </a:xfrm>
          <a:custGeom>
            <a:avLst/>
            <a:gdLst/>
            <a:ahLst/>
            <a:cxnLst/>
            <a:rect l="l" t="t" r="r" b="b"/>
            <a:pathLst>
              <a:path w="514732" h="767216">
                <a:moveTo>
                  <a:pt x="0" y="0"/>
                </a:moveTo>
                <a:lnTo>
                  <a:pt x="514733" y="0"/>
                </a:lnTo>
                <a:lnTo>
                  <a:pt x="514733" y="767216"/>
                </a:lnTo>
                <a:lnTo>
                  <a:pt x="0" y="767216"/>
                </a:lnTo>
                <a:lnTo>
                  <a:pt x="0" y="0"/>
                </a:lnTo>
                <a:close/>
              </a:path>
            </a:pathLst>
          </a:custGeom>
          <a:blipFill>
            <a:blip r:embed="rId42">
              <a:extLst>
                <a:ext uri="{96DAC541-7B7A-43D3-8B79-37D633B846F1}">
                  <asvg:svgBlip xmlns:asvg="http://schemas.microsoft.com/office/drawing/2016/SVG/main" r:embed="rId43"/>
                </a:ext>
              </a:extLst>
            </a:blip>
            <a:stretch>
              <a:fillRect/>
            </a:stretch>
          </a:blipFill>
        </p:spPr>
        <p:txBody>
          <a:bodyPr/>
          <a:lstStyle/>
          <a:p>
            <a:endParaRPr lang="en-US"/>
          </a:p>
        </p:txBody>
      </p:sp>
      <p:sp>
        <p:nvSpPr>
          <p:cNvPr id="23" name="Freeform 23"/>
          <p:cNvSpPr/>
          <p:nvPr/>
        </p:nvSpPr>
        <p:spPr>
          <a:xfrm>
            <a:off x="7967619" y="8358896"/>
            <a:ext cx="796168" cy="767216"/>
          </a:xfrm>
          <a:custGeom>
            <a:avLst/>
            <a:gdLst/>
            <a:ahLst/>
            <a:cxnLst/>
            <a:rect l="l" t="t" r="r" b="b"/>
            <a:pathLst>
              <a:path w="796168" h="767216">
                <a:moveTo>
                  <a:pt x="0" y="0"/>
                </a:moveTo>
                <a:lnTo>
                  <a:pt x="796168" y="0"/>
                </a:lnTo>
                <a:lnTo>
                  <a:pt x="796168" y="767216"/>
                </a:lnTo>
                <a:lnTo>
                  <a:pt x="0" y="767216"/>
                </a:lnTo>
                <a:lnTo>
                  <a:pt x="0" y="0"/>
                </a:lnTo>
                <a:close/>
              </a:path>
            </a:pathLst>
          </a:custGeom>
          <a:blipFill>
            <a:blip r:embed="rId44">
              <a:extLst>
                <a:ext uri="{96DAC541-7B7A-43D3-8B79-37D633B846F1}">
                  <asvg:svgBlip xmlns:asvg="http://schemas.microsoft.com/office/drawing/2016/SVG/main" r:embed="rId45"/>
                </a:ext>
              </a:extLst>
            </a:blip>
            <a:stretch>
              <a:fillRect/>
            </a:stretch>
          </a:blipFill>
        </p:spPr>
        <p:txBody>
          <a:bodyPr/>
          <a:lstStyle/>
          <a:p>
            <a:endParaRPr lang="en-US"/>
          </a:p>
        </p:txBody>
      </p:sp>
      <p:sp>
        <p:nvSpPr>
          <p:cNvPr id="24" name="Freeform 24"/>
          <p:cNvSpPr/>
          <p:nvPr/>
        </p:nvSpPr>
        <p:spPr>
          <a:xfrm>
            <a:off x="13869833" y="5572814"/>
            <a:ext cx="787256" cy="767216"/>
          </a:xfrm>
          <a:custGeom>
            <a:avLst/>
            <a:gdLst/>
            <a:ahLst/>
            <a:cxnLst/>
            <a:rect l="l" t="t" r="r" b="b"/>
            <a:pathLst>
              <a:path w="787256" h="767216">
                <a:moveTo>
                  <a:pt x="0" y="0"/>
                </a:moveTo>
                <a:lnTo>
                  <a:pt x="787256" y="0"/>
                </a:lnTo>
                <a:lnTo>
                  <a:pt x="787256" y="767217"/>
                </a:lnTo>
                <a:lnTo>
                  <a:pt x="0" y="767217"/>
                </a:lnTo>
                <a:lnTo>
                  <a:pt x="0" y="0"/>
                </a:lnTo>
                <a:close/>
              </a:path>
            </a:pathLst>
          </a:custGeom>
          <a:blipFill>
            <a:blip r:embed="rId46">
              <a:extLst>
                <a:ext uri="{96DAC541-7B7A-43D3-8B79-37D633B846F1}">
                  <asvg:svgBlip xmlns:asvg="http://schemas.microsoft.com/office/drawing/2016/SVG/main" r:embed="rId47"/>
                </a:ext>
              </a:extLst>
            </a:blip>
            <a:stretch>
              <a:fillRect/>
            </a:stretch>
          </a:blipFill>
        </p:spPr>
        <p:txBody>
          <a:bodyPr/>
          <a:lstStyle/>
          <a:p>
            <a:endParaRPr lang="en-US"/>
          </a:p>
        </p:txBody>
      </p:sp>
      <p:sp>
        <p:nvSpPr>
          <p:cNvPr id="25" name="Freeform 25"/>
          <p:cNvSpPr/>
          <p:nvPr/>
        </p:nvSpPr>
        <p:spPr>
          <a:xfrm>
            <a:off x="10904670" y="8236144"/>
            <a:ext cx="978628" cy="991244"/>
          </a:xfrm>
          <a:custGeom>
            <a:avLst/>
            <a:gdLst/>
            <a:ahLst/>
            <a:cxnLst/>
            <a:rect l="l" t="t" r="r" b="b"/>
            <a:pathLst>
              <a:path w="978628" h="991244">
                <a:moveTo>
                  <a:pt x="0" y="0"/>
                </a:moveTo>
                <a:lnTo>
                  <a:pt x="978628" y="0"/>
                </a:lnTo>
                <a:lnTo>
                  <a:pt x="978628" y="991244"/>
                </a:lnTo>
                <a:lnTo>
                  <a:pt x="0" y="991244"/>
                </a:lnTo>
                <a:lnTo>
                  <a:pt x="0" y="0"/>
                </a:lnTo>
                <a:close/>
              </a:path>
            </a:pathLst>
          </a:custGeom>
          <a:blipFill>
            <a:blip r:embed="rId48">
              <a:extLst>
                <a:ext uri="{96DAC541-7B7A-43D3-8B79-37D633B846F1}">
                  <asvg:svgBlip xmlns:asvg="http://schemas.microsoft.com/office/drawing/2016/SVG/main" r:embed="rId49"/>
                </a:ext>
              </a:extLst>
            </a:blip>
            <a:stretch>
              <a:fillRect/>
            </a:stretch>
          </a:blipFill>
        </p:spPr>
        <p:txBody>
          <a:bodyPr/>
          <a:lstStyle/>
          <a:p>
            <a:endParaRPr lang="en-US"/>
          </a:p>
        </p:txBody>
      </p:sp>
      <p:sp>
        <p:nvSpPr>
          <p:cNvPr id="26" name="Freeform 26"/>
          <p:cNvSpPr/>
          <p:nvPr/>
        </p:nvSpPr>
        <p:spPr>
          <a:xfrm>
            <a:off x="12317663" y="8298717"/>
            <a:ext cx="899016" cy="887574"/>
          </a:xfrm>
          <a:custGeom>
            <a:avLst/>
            <a:gdLst/>
            <a:ahLst/>
            <a:cxnLst/>
            <a:rect l="l" t="t" r="r" b="b"/>
            <a:pathLst>
              <a:path w="899016" h="887574">
                <a:moveTo>
                  <a:pt x="0" y="0"/>
                </a:moveTo>
                <a:lnTo>
                  <a:pt x="899017" y="0"/>
                </a:lnTo>
                <a:lnTo>
                  <a:pt x="899017" y="887574"/>
                </a:lnTo>
                <a:lnTo>
                  <a:pt x="0" y="887574"/>
                </a:lnTo>
                <a:lnTo>
                  <a:pt x="0" y="0"/>
                </a:lnTo>
                <a:close/>
              </a:path>
            </a:pathLst>
          </a:custGeom>
          <a:blipFill>
            <a:blip r:embed="rId50">
              <a:extLst>
                <a:ext uri="{96DAC541-7B7A-43D3-8B79-37D633B846F1}">
                  <asvg:svgBlip xmlns:asvg="http://schemas.microsoft.com/office/drawing/2016/SVG/main" r:embed="rId51"/>
                </a:ext>
              </a:extLst>
            </a:blip>
            <a:stretch>
              <a:fillRect/>
            </a:stretch>
          </a:blipFill>
        </p:spPr>
        <p:txBody>
          <a:bodyPr/>
          <a:lstStyle/>
          <a:p>
            <a:endParaRPr lang="en-US"/>
          </a:p>
        </p:txBody>
      </p:sp>
      <p:sp>
        <p:nvSpPr>
          <p:cNvPr id="27" name="Freeform 27"/>
          <p:cNvSpPr/>
          <p:nvPr/>
        </p:nvSpPr>
        <p:spPr>
          <a:xfrm>
            <a:off x="12373090" y="5707040"/>
            <a:ext cx="788162" cy="922318"/>
          </a:xfrm>
          <a:custGeom>
            <a:avLst/>
            <a:gdLst/>
            <a:ahLst/>
            <a:cxnLst/>
            <a:rect l="l" t="t" r="r" b="b"/>
            <a:pathLst>
              <a:path w="788162" h="922318">
                <a:moveTo>
                  <a:pt x="0" y="0"/>
                </a:moveTo>
                <a:lnTo>
                  <a:pt x="788163" y="0"/>
                </a:lnTo>
                <a:lnTo>
                  <a:pt x="788163" y="922318"/>
                </a:lnTo>
                <a:lnTo>
                  <a:pt x="0" y="922318"/>
                </a:lnTo>
                <a:lnTo>
                  <a:pt x="0" y="0"/>
                </a:lnTo>
                <a:close/>
              </a:path>
            </a:pathLst>
          </a:custGeom>
          <a:blipFill>
            <a:blip r:embed="rId52">
              <a:extLst>
                <a:ext uri="{96DAC541-7B7A-43D3-8B79-37D633B846F1}">
                  <asvg:svgBlip xmlns:asvg="http://schemas.microsoft.com/office/drawing/2016/SVG/main" r:embed="rId53"/>
                </a:ext>
              </a:extLst>
            </a:blip>
            <a:stretch>
              <a:fillRect/>
            </a:stretch>
          </a:blipFill>
        </p:spPr>
        <p:txBody>
          <a:bodyPr/>
          <a:lstStyle/>
          <a:p>
            <a:endParaRPr lang="en-US"/>
          </a:p>
        </p:txBody>
      </p:sp>
      <p:sp>
        <p:nvSpPr>
          <p:cNvPr id="28" name="Freeform 28"/>
          <p:cNvSpPr/>
          <p:nvPr/>
        </p:nvSpPr>
        <p:spPr>
          <a:xfrm>
            <a:off x="5155175" y="6914222"/>
            <a:ext cx="958932" cy="922318"/>
          </a:xfrm>
          <a:custGeom>
            <a:avLst/>
            <a:gdLst/>
            <a:ahLst/>
            <a:cxnLst/>
            <a:rect l="l" t="t" r="r" b="b"/>
            <a:pathLst>
              <a:path w="958932" h="922318">
                <a:moveTo>
                  <a:pt x="0" y="0"/>
                </a:moveTo>
                <a:lnTo>
                  <a:pt x="958931" y="0"/>
                </a:lnTo>
                <a:lnTo>
                  <a:pt x="958931" y="922317"/>
                </a:lnTo>
                <a:lnTo>
                  <a:pt x="0" y="922317"/>
                </a:lnTo>
                <a:lnTo>
                  <a:pt x="0" y="0"/>
                </a:lnTo>
                <a:close/>
              </a:path>
            </a:pathLst>
          </a:custGeom>
          <a:blipFill>
            <a:blip r:embed="rId54">
              <a:extLst>
                <a:ext uri="{96DAC541-7B7A-43D3-8B79-37D633B846F1}">
                  <asvg:svgBlip xmlns:asvg="http://schemas.microsoft.com/office/drawing/2016/SVG/main" r:embed="rId55"/>
                </a:ext>
              </a:extLst>
            </a:blip>
            <a:stretch>
              <a:fillRect/>
            </a:stretch>
          </a:blipFill>
        </p:spPr>
        <p:txBody>
          <a:bodyPr/>
          <a:lstStyle/>
          <a:p>
            <a:endParaRPr lang="en-US"/>
          </a:p>
        </p:txBody>
      </p:sp>
      <p:sp>
        <p:nvSpPr>
          <p:cNvPr id="29" name="Freeform 29"/>
          <p:cNvSpPr/>
          <p:nvPr/>
        </p:nvSpPr>
        <p:spPr>
          <a:xfrm>
            <a:off x="3606270" y="6918016"/>
            <a:ext cx="926524" cy="950724"/>
          </a:xfrm>
          <a:custGeom>
            <a:avLst/>
            <a:gdLst/>
            <a:ahLst/>
            <a:cxnLst/>
            <a:rect l="l" t="t" r="r" b="b"/>
            <a:pathLst>
              <a:path w="926524" h="950724">
                <a:moveTo>
                  <a:pt x="0" y="0"/>
                </a:moveTo>
                <a:lnTo>
                  <a:pt x="926524" y="0"/>
                </a:lnTo>
                <a:lnTo>
                  <a:pt x="926524" y="950724"/>
                </a:lnTo>
                <a:lnTo>
                  <a:pt x="0" y="950724"/>
                </a:lnTo>
                <a:lnTo>
                  <a:pt x="0" y="0"/>
                </a:lnTo>
                <a:close/>
              </a:path>
            </a:pathLst>
          </a:custGeom>
          <a:blipFill>
            <a:blip r:embed="rId56">
              <a:extLst>
                <a:ext uri="{96DAC541-7B7A-43D3-8B79-37D633B846F1}">
                  <asvg:svgBlip xmlns:asvg="http://schemas.microsoft.com/office/drawing/2016/SVG/main" r:embed="rId57"/>
                </a:ext>
              </a:extLst>
            </a:blip>
            <a:stretch>
              <a:fillRect/>
            </a:stretch>
          </a:blipFill>
        </p:spPr>
        <p:txBody>
          <a:bodyPr/>
          <a:lstStyle/>
          <a:p>
            <a:endParaRPr lang="en-US"/>
          </a:p>
        </p:txBody>
      </p:sp>
      <p:sp>
        <p:nvSpPr>
          <p:cNvPr id="30" name="Freeform 30"/>
          <p:cNvSpPr/>
          <p:nvPr/>
        </p:nvSpPr>
        <p:spPr>
          <a:xfrm>
            <a:off x="2129499" y="7047708"/>
            <a:ext cx="877197" cy="877197"/>
          </a:xfrm>
          <a:custGeom>
            <a:avLst/>
            <a:gdLst/>
            <a:ahLst/>
            <a:cxnLst/>
            <a:rect l="l" t="t" r="r" b="b"/>
            <a:pathLst>
              <a:path w="877197" h="877197">
                <a:moveTo>
                  <a:pt x="0" y="0"/>
                </a:moveTo>
                <a:lnTo>
                  <a:pt x="877197" y="0"/>
                </a:lnTo>
                <a:lnTo>
                  <a:pt x="877197" y="877197"/>
                </a:lnTo>
                <a:lnTo>
                  <a:pt x="0" y="877197"/>
                </a:lnTo>
                <a:lnTo>
                  <a:pt x="0" y="0"/>
                </a:lnTo>
                <a:close/>
              </a:path>
            </a:pathLst>
          </a:custGeom>
          <a:blipFill>
            <a:blip r:embed="rId58">
              <a:extLst>
                <a:ext uri="{96DAC541-7B7A-43D3-8B79-37D633B846F1}">
                  <asvg:svgBlip xmlns:asvg="http://schemas.microsoft.com/office/drawing/2016/SVG/main" r:embed="rId59"/>
                </a:ext>
              </a:extLst>
            </a:blip>
            <a:stretch>
              <a:fillRect/>
            </a:stretch>
          </a:blipFill>
        </p:spPr>
        <p:txBody>
          <a:bodyPr/>
          <a:lstStyle/>
          <a:p>
            <a:endParaRPr lang="en-US"/>
          </a:p>
        </p:txBody>
      </p:sp>
      <p:sp>
        <p:nvSpPr>
          <p:cNvPr id="31" name="Freeform 31"/>
          <p:cNvSpPr/>
          <p:nvPr/>
        </p:nvSpPr>
        <p:spPr>
          <a:xfrm>
            <a:off x="2084262" y="2968672"/>
            <a:ext cx="967671" cy="967671"/>
          </a:xfrm>
          <a:custGeom>
            <a:avLst/>
            <a:gdLst/>
            <a:ahLst/>
            <a:cxnLst/>
            <a:rect l="l" t="t" r="r" b="b"/>
            <a:pathLst>
              <a:path w="967671" h="967671">
                <a:moveTo>
                  <a:pt x="0" y="0"/>
                </a:moveTo>
                <a:lnTo>
                  <a:pt x="967670" y="0"/>
                </a:lnTo>
                <a:lnTo>
                  <a:pt x="967670" y="967670"/>
                </a:lnTo>
                <a:lnTo>
                  <a:pt x="0" y="967670"/>
                </a:lnTo>
                <a:lnTo>
                  <a:pt x="0" y="0"/>
                </a:lnTo>
                <a:close/>
              </a:path>
            </a:pathLst>
          </a:custGeom>
          <a:blipFill>
            <a:blip r:embed="rId60">
              <a:extLst>
                <a:ext uri="{96DAC541-7B7A-43D3-8B79-37D633B846F1}">
                  <asvg:svgBlip xmlns:asvg="http://schemas.microsoft.com/office/drawing/2016/SVG/main" r:embed="rId61"/>
                </a:ext>
              </a:extLst>
            </a:blip>
            <a:stretch>
              <a:fillRect/>
            </a:stretch>
          </a:blipFill>
        </p:spPr>
        <p:txBody>
          <a:bodyPr/>
          <a:lstStyle/>
          <a:p>
            <a:endParaRPr lang="en-US"/>
          </a:p>
        </p:txBody>
      </p:sp>
      <p:sp>
        <p:nvSpPr>
          <p:cNvPr id="32" name="Freeform 32"/>
          <p:cNvSpPr/>
          <p:nvPr/>
        </p:nvSpPr>
        <p:spPr>
          <a:xfrm>
            <a:off x="14955465" y="7047481"/>
            <a:ext cx="1064254" cy="799158"/>
          </a:xfrm>
          <a:custGeom>
            <a:avLst/>
            <a:gdLst/>
            <a:ahLst/>
            <a:cxnLst/>
            <a:rect l="l" t="t" r="r" b="b"/>
            <a:pathLst>
              <a:path w="1064254" h="799158">
                <a:moveTo>
                  <a:pt x="0" y="0"/>
                </a:moveTo>
                <a:lnTo>
                  <a:pt x="1064254" y="0"/>
                </a:lnTo>
                <a:lnTo>
                  <a:pt x="1064254" y="799158"/>
                </a:lnTo>
                <a:lnTo>
                  <a:pt x="0" y="799158"/>
                </a:lnTo>
                <a:lnTo>
                  <a:pt x="0" y="0"/>
                </a:lnTo>
                <a:close/>
              </a:path>
            </a:pathLst>
          </a:custGeom>
          <a:blipFill>
            <a:blip r:embed="rId62">
              <a:extLst>
                <a:ext uri="{96DAC541-7B7A-43D3-8B79-37D633B846F1}">
                  <asvg:svgBlip xmlns:asvg="http://schemas.microsoft.com/office/drawing/2016/SVG/main" r:embed="rId63"/>
                </a:ext>
              </a:extLst>
            </a:blip>
            <a:stretch>
              <a:fillRect/>
            </a:stretch>
          </a:blipFill>
        </p:spPr>
        <p:txBody>
          <a:bodyPr/>
          <a:lstStyle/>
          <a:p>
            <a:endParaRPr lang="en-US"/>
          </a:p>
        </p:txBody>
      </p:sp>
      <p:sp>
        <p:nvSpPr>
          <p:cNvPr id="33" name="Freeform 33"/>
          <p:cNvSpPr/>
          <p:nvPr/>
        </p:nvSpPr>
        <p:spPr>
          <a:xfrm>
            <a:off x="15136669" y="4378202"/>
            <a:ext cx="701847" cy="977255"/>
          </a:xfrm>
          <a:custGeom>
            <a:avLst/>
            <a:gdLst/>
            <a:ahLst/>
            <a:cxnLst/>
            <a:rect l="l" t="t" r="r" b="b"/>
            <a:pathLst>
              <a:path w="701847" h="977255">
                <a:moveTo>
                  <a:pt x="0" y="0"/>
                </a:moveTo>
                <a:lnTo>
                  <a:pt x="701847" y="0"/>
                </a:lnTo>
                <a:lnTo>
                  <a:pt x="701847" y="977255"/>
                </a:lnTo>
                <a:lnTo>
                  <a:pt x="0" y="977255"/>
                </a:lnTo>
                <a:lnTo>
                  <a:pt x="0" y="0"/>
                </a:lnTo>
                <a:close/>
              </a:path>
            </a:pathLst>
          </a:custGeom>
          <a:blipFill>
            <a:blip r:embed="rId64">
              <a:extLst>
                <a:ext uri="{96DAC541-7B7A-43D3-8B79-37D633B846F1}">
                  <asvg:svgBlip xmlns:asvg="http://schemas.microsoft.com/office/drawing/2016/SVG/main" r:embed="rId65"/>
                </a:ext>
              </a:extLst>
            </a:blip>
            <a:stretch>
              <a:fillRect/>
            </a:stretch>
          </a:blipFill>
        </p:spPr>
        <p:txBody>
          <a:bodyPr/>
          <a:lstStyle/>
          <a:p>
            <a:endParaRPr lang="en-US"/>
          </a:p>
        </p:txBody>
      </p:sp>
      <p:sp>
        <p:nvSpPr>
          <p:cNvPr id="34" name="Freeform 34"/>
          <p:cNvSpPr/>
          <p:nvPr/>
        </p:nvSpPr>
        <p:spPr>
          <a:xfrm>
            <a:off x="14913497" y="8247738"/>
            <a:ext cx="1148191" cy="989531"/>
          </a:xfrm>
          <a:custGeom>
            <a:avLst/>
            <a:gdLst/>
            <a:ahLst/>
            <a:cxnLst/>
            <a:rect l="l" t="t" r="r" b="b"/>
            <a:pathLst>
              <a:path w="1148191" h="989531">
                <a:moveTo>
                  <a:pt x="0" y="0"/>
                </a:moveTo>
                <a:lnTo>
                  <a:pt x="1148191" y="0"/>
                </a:lnTo>
                <a:lnTo>
                  <a:pt x="1148191" y="989532"/>
                </a:lnTo>
                <a:lnTo>
                  <a:pt x="0" y="989532"/>
                </a:lnTo>
                <a:lnTo>
                  <a:pt x="0" y="0"/>
                </a:lnTo>
                <a:close/>
              </a:path>
            </a:pathLst>
          </a:custGeom>
          <a:blipFill>
            <a:blip r:embed="rId66">
              <a:extLst>
                <a:ext uri="{96DAC541-7B7A-43D3-8B79-37D633B846F1}">
                  <asvg:svgBlip xmlns:asvg="http://schemas.microsoft.com/office/drawing/2016/SVG/main" r:embed="rId67"/>
                </a:ext>
              </a:extLst>
            </a:blip>
            <a:stretch>
              <a:fillRect/>
            </a:stretch>
          </a:blipFill>
        </p:spPr>
        <p:txBody>
          <a:bodyPr/>
          <a:lstStyle/>
          <a:p>
            <a:endParaRPr lang="en-US"/>
          </a:p>
        </p:txBody>
      </p:sp>
      <p:sp>
        <p:nvSpPr>
          <p:cNvPr id="35" name="Freeform 35"/>
          <p:cNvSpPr/>
          <p:nvPr/>
        </p:nvSpPr>
        <p:spPr>
          <a:xfrm>
            <a:off x="9760121" y="8289530"/>
            <a:ext cx="884472" cy="884472"/>
          </a:xfrm>
          <a:custGeom>
            <a:avLst/>
            <a:gdLst/>
            <a:ahLst/>
            <a:cxnLst/>
            <a:rect l="l" t="t" r="r" b="b"/>
            <a:pathLst>
              <a:path w="884472" h="884472">
                <a:moveTo>
                  <a:pt x="0" y="0"/>
                </a:moveTo>
                <a:lnTo>
                  <a:pt x="884472" y="0"/>
                </a:lnTo>
                <a:lnTo>
                  <a:pt x="884472" y="884472"/>
                </a:lnTo>
                <a:lnTo>
                  <a:pt x="0" y="884472"/>
                </a:lnTo>
                <a:lnTo>
                  <a:pt x="0" y="0"/>
                </a:lnTo>
                <a:close/>
              </a:path>
            </a:pathLst>
          </a:custGeom>
          <a:blipFill>
            <a:blip r:embed="rId68">
              <a:extLst>
                <a:ext uri="{96DAC541-7B7A-43D3-8B79-37D633B846F1}">
                  <asvg:svgBlip xmlns:asvg="http://schemas.microsoft.com/office/drawing/2016/SVG/main" r:embed="rId69"/>
                </a:ext>
              </a:extLst>
            </a:blip>
            <a:stretch>
              <a:fillRect/>
            </a:stretch>
          </a:blipFill>
        </p:spPr>
        <p:txBody>
          <a:bodyPr/>
          <a:lstStyle/>
          <a:p>
            <a:endParaRPr lang="en-US"/>
          </a:p>
        </p:txBody>
      </p:sp>
      <p:sp>
        <p:nvSpPr>
          <p:cNvPr id="36" name="Freeform 36"/>
          <p:cNvSpPr/>
          <p:nvPr/>
        </p:nvSpPr>
        <p:spPr>
          <a:xfrm>
            <a:off x="15136669" y="5628671"/>
            <a:ext cx="1027960" cy="1043133"/>
          </a:xfrm>
          <a:custGeom>
            <a:avLst/>
            <a:gdLst/>
            <a:ahLst/>
            <a:cxnLst/>
            <a:rect l="l" t="t" r="r" b="b"/>
            <a:pathLst>
              <a:path w="1027960" h="1043133">
                <a:moveTo>
                  <a:pt x="0" y="0"/>
                </a:moveTo>
                <a:lnTo>
                  <a:pt x="1027960" y="0"/>
                </a:lnTo>
                <a:lnTo>
                  <a:pt x="1027960" y="1043133"/>
                </a:lnTo>
                <a:lnTo>
                  <a:pt x="0" y="1043133"/>
                </a:lnTo>
                <a:lnTo>
                  <a:pt x="0" y="0"/>
                </a:lnTo>
                <a:close/>
              </a:path>
            </a:pathLst>
          </a:custGeom>
          <a:blipFill>
            <a:blip r:embed="rId70">
              <a:extLst>
                <a:ext uri="{96DAC541-7B7A-43D3-8B79-37D633B846F1}">
                  <asvg:svgBlip xmlns:asvg="http://schemas.microsoft.com/office/drawing/2016/SVG/main" r:embed="rId71"/>
                </a:ext>
              </a:extLst>
            </a:blip>
            <a:stretch>
              <a:fillRect/>
            </a:stretch>
          </a:blipFill>
        </p:spPr>
        <p:txBody>
          <a:bodyPr/>
          <a:lstStyle/>
          <a:p>
            <a:endParaRPr lang="en-US"/>
          </a:p>
        </p:txBody>
      </p:sp>
      <p:sp>
        <p:nvSpPr>
          <p:cNvPr id="37" name="Freeform 37"/>
          <p:cNvSpPr/>
          <p:nvPr/>
        </p:nvSpPr>
        <p:spPr>
          <a:xfrm>
            <a:off x="6560968" y="2925089"/>
            <a:ext cx="789574" cy="975879"/>
          </a:xfrm>
          <a:custGeom>
            <a:avLst/>
            <a:gdLst/>
            <a:ahLst/>
            <a:cxnLst/>
            <a:rect l="l" t="t" r="r" b="b"/>
            <a:pathLst>
              <a:path w="789574" h="975879">
                <a:moveTo>
                  <a:pt x="0" y="0"/>
                </a:moveTo>
                <a:lnTo>
                  <a:pt x="789575" y="0"/>
                </a:lnTo>
                <a:lnTo>
                  <a:pt x="789575" y="975878"/>
                </a:lnTo>
                <a:lnTo>
                  <a:pt x="0" y="975878"/>
                </a:lnTo>
                <a:lnTo>
                  <a:pt x="0" y="0"/>
                </a:lnTo>
                <a:close/>
              </a:path>
            </a:pathLst>
          </a:custGeom>
          <a:blipFill>
            <a:blip r:embed="rId72">
              <a:extLst>
                <a:ext uri="{96DAC541-7B7A-43D3-8B79-37D633B846F1}">
                  <asvg:svgBlip xmlns:asvg="http://schemas.microsoft.com/office/drawing/2016/SVG/main" r:embed="rId73"/>
                </a:ext>
              </a:extLst>
            </a:blip>
            <a:stretch>
              <a:fillRect/>
            </a:stretch>
          </a:blipFill>
        </p:spPr>
        <p:txBody>
          <a:bodyPr/>
          <a:lstStyle/>
          <a:p>
            <a:endParaRPr lang="en-US"/>
          </a:p>
        </p:txBody>
      </p:sp>
      <p:sp>
        <p:nvSpPr>
          <p:cNvPr id="38" name="Freeform 38"/>
          <p:cNvSpPr/>
          <p:nvPr/>
        </p:nvSpPr>
        <p:spPr>
          <a:xfrm>
            <a:off x="9510752" y="3007423"/>
            <a:ext cx="1181705" cy="887353"/>
          </a:xfrm>
          <a:custGeom>
            <a:avLst/>
            <a:gdLst/>
            <a:ahLst/>
            <a:cxnLst/>
            <a:rect l="l" t="t" r="r" b="b"/>
            <a:pathLst>
              <a:path w="1181705" h="887353">
                <a:moveTo>
                  <a:pt x="0" y="0"/>
                </a:moveTo>
                <a:lnTo>
                  <a:pt x="1181705" y="0"/>
                </a:lnTo>
                <a:lnTo>
                  <a:pt x="1181705" y="887353"/>
                </a:lnTo>
                <a:lnTo>
                  <a:pt x="0" y="887353"/>
                </a:lnTo>
                <a:lnTo>
                  <a:pt x="0" y="0"/>
                </a:lnTo>
                <a:close/>
              </a:path>
            </a:pathLst>
          </a:custGeom>
          <a:blipFill>
            <a:blip r:embed="rId62">
              <a:extLst>
                <a:ext uri="{96DAC541-7B7A-43D3-8B79-37D633B846F1}">
                  <asvg:svgBlip xmlns:asvg="http://schemas.microsoft.com/office/drawing/2016/SVG/main" r:embed="rId63"/>
                </a:ext>
              </a:extLst>
            </a:blip>
            <a:stretch>
              <a:fillRect/>
            </a:stretch>
          </a:blipFill>
        </p:spPr>
        <p:txBody>
          <a:bodyPr/>
          <a:lstStyle/>
          <a:p>
            <a:endParaRPr lang="en-US"/>
          </a:p>
        </p:txBody>
      </p:sp>
      <p:sp>
        <p:nvSpPr>
          <p:cNvPr id="39" name="Freeform 39"/>
          <p:cNvSpPr/>
          <p:nvPr/>
        </p:nvSpPr>
        <p:spPr>
          <a:xfrm>
            <a:off x="12349754" y="2989914"/>
            <a:ext cx="964077" cy="978307"/>
          </a:xfrm>
          <a:custGeom>
            <a:avLst/>
            <a:gdLst/>
            <a:ahLst/>
            <a:cxnLst/>
            <a:rect l="l" t="t" r="r" b="b"/>
            <a:pathLst>
              <a:path w="964077" h="978307">
                <a:moveTo>
                  <a:pt x="0" y="0"/>
                </a:moveTo>
                <a:lnTo>
                  <a:pt x="964077" y="0"/>
                </a:lnTo>
                <a:lnTo>
                  <a:pt x="964077" y="978307"/>
                </a:lnTo>
                <a:lnTo>
                  <a:pt x="0" y="978307"/>
                </a:lnTo>
                <a:lnTo>
                  <a:pt x="0" y="0"/>
                </a:lnTo>
                <a:close/>
              </a:path>
            </a:pathLst>
          </a:custGeom>
          <a:blipFill>
            <a:blip r:embed="rId74">
              <a:extLst>
                <a:ext uri="{96DAC541-7B7A-43D3-8B79-37D633B846F1}">
                  <asvg:svgBlip xmlns:asvg="http://schemas.microsoft.com/office/drawing/2016/SVG/main" r:embed="rId75"/>
                </a:ext>
              </a:extLst>
            </a:blip>
            <a:stretch>
              <a:fillRect/>
            </a:stretch>
          </a:blipFill>
        </p:spPr>
        <p:txBody>
          <a:bodyPr/>
          <a:lstStyle/>
          <a:p>
            <a:endParaRPr lang="en-US"/>
          </a:p>
        </p:txBody>
      </p:sp>
      <p:sp>
        <p:nvSpPr>
          <p:cNvPr id="40" name="Freeform 40"/>
          <p:cNvSpPr/>
          <p:nvPr/>
        </p:nvSpPr>
        <p:spPr>
          <a:xfrm>
            <a:off x="3529986" y="2948351"/>
            <a:ext cx="1079092" cy="1061434"/>
          </a:xfrm>
          <a:custGeom>
            <a:avLst/>
            <a:gdLst/>
            <a:ahLst/>
            <a:cxnLst/>
            <a:rect l="l" t="t" r="r" b="b"/>
            <a:pathLst>
              <a:path w="1079092" h="1061434">
                <a:moveTo>
                  <a:pt x="0" y="0"/>
                </a:moveTo>
                <a:lnTo>
                  <a:pt x="1079092" y="0"/>
                </a:lnTo>
                <a:lnTo>
                  <a:pt x="1079092" y="1061434"/>
                </a:lnTo>
                <a:lnTo>
                  <a:pt x="0" y="1061434"/>
                </a:lnTo>
                <a:lnTo>
                  <a:pt x="0" y="0"/>
                </a:lnTo>
                <a:close/>
              </a:path>
            </a:pathLst>
          </a:custGeom>
          <a:blipFill>
            <a:blip r:embed="rId76">
              <a:extLst>
                <a:ext uri="{96DAC541-7B7A-43D3-8B79-37D633B846F1}">
                  <asvg:svgBlip xmlns:asvg="http://schemas.microsoft.com/office/drawing/2016/SVG/main" r:embed="rId77"/>
                </a:ext>
              </a:extLst>
            </a:blip>
            <a:stretch>
              <a:fillRect/>
            </a:stretch>
          </a:blipFill>
        </p:spPr>
        <p:txBody>
          <a:bodyPr/>
          <a:lstStyle/>
          <a:p>
            <a:endParaRPr lang="en-US"/>
          </a:p>
        </p:txBody>
      </p:sp>
      <p:sp>
        <p:nvSpPr>
          <p:cNvPr id="41" name="Freeform 41"/>
          <p:cNvSpPr/>
          <p:nvPr/>
        </p:nvSpPr>
        <p:spPr>
          <a:xfrm>
            <a:off x="7919514" y="2906412"/>
            <a:ext cx="1236499" cy="858804"/>
          </a:xfrm>
          <a:custGeom>
            <a:avLst/>
            <a:gdLst/>
            <a:ahLst/>
            <a:cxnLst/>
            <a:rect l="l" t="t" r="r" b="b"/>
            <a:pathLst>
              <a:path w="1236499" h="858804">
                <a:moveTo>
                  <a:pt x="0" y="0"/>
                </a:moveTo>
                <a:lnTo>
                  <a:pt x="1236499" y="0"/>
                </a:lnTo>
                <a:lnTo>
                  <a:pt x="1236499" y="858804"/>
                </a:lnTo>
                <a:lnTo>
                  <a:pt x="0" y="858804"/>
                </a:lnTo>
                <a:lnTo>
                  <a:pt x="0" y="0"/>
                </a:lnTo>
                <a:close/>
              </a:path>
            </a:pathLst>
          </a:custGeom>
          <a:blipFill>
            <a:blip r:embed="rId78">
              <a:extLst>
                <a:ext uri="{96DAC541-7B7A-43D3-8B79-37D633B846F1}">
                  <asvg:svgBlip xmlns:asvg="http://schemas.microsoft.com/office/drawing/2016/SVG/main" r:embed="rId79"/>
                </a:ext>
              </a:extLst>
            </a:blip>
            <a:stretch>
              <a:fillRect/>
            </a:stretch>
          </a:blipFill>
        </p:spPr>
        <p:txBody>
          <a:bodyPr/>
          <a:lstStyle/>
          <a:p>
            <a:endParaRPr lang="en-US"/>
          </a:p>
        </p:txBody>
      </p:sp>
      <p:sp>
        <p:nvSpPr>
          <p:cNvPr id="42" name="Freeform 42"/>
          <p:cNvSpPr/>
          <p:nvPr/>
        </p:nvSpPr>
        <p:spPr>
          <a:xfrm>
            <a:off x="5113036" y="2906412"/>
            <a:ext cx="1043208" cy="1029931"/>
          </a:xfrm>
          <a:custGeom>
            <a:avLst/>
            <a:gdLst/>
            <a:ahLst/>
            <a:cxnLst/>
            <a:rect l="l" t="t" r="r" b="b"/>
            <a:pathLst>
              <a:path w="1043208" h="1029931">
                <a:moveTo>
                  <a:pt x="0" y="0"/>
                </a:moveTo>
                <a:lnTo>
                  <a:pt x="1043208" y="0"/>
                </a:lnTo>
                <a:lnTo>
                  <a:pt x="1043208" y="1029930"/>
                </a:lnTo>
                <a:lnTo>
                  <a:pt x="0" y="1029930"/>
                </a:lnTo>
                <a:lnTo>
                  <a:pt x="0" y="0"/>
                </a:lnTo>
                <a:close/>
              </a:path>
            </a:pathLst>
          </a:custGeom>
          <a:blipFill>
            <a:blip r:embed="rId80">
              <a:extLst>
                <a:ext uri="{96DAC541-7B7A-43D3-8B79-37D633B846F1}">
                  <asvg:svgBlip xmlns:asvg="http://schemas.microsoft.com/office/drawing/2016/SVG/main" r:embed="rId81"/>
                </a:ext>
              </a:extLst>
            </a:blip>
            <a:stretch>
              <a:fillRect/>
            </a:stretch>
          </a:blipFill>
        </p:spPr>
        <p:txBody>
          <a:bodyPr/>
          <a:lstStyle/>
          <a:p>
            <a:endParaRPr lang="en-US"/>
          </a:p>
        </p:txBody>
      </p:sp>
      <p:sp>
        <p:nvSpPr>
          <p:cNvPr id="43" name="Freeform 43"/>
          <p:cNvSpPr/>
          <p:nvPr/>
        </p:nvSpPr>
        <p:spPr>
          <a:xfrm>
            <a:off x="11151914" y="2987227"/>
            <a:ext cx="893040" cy="1072428"/>
          </a:xfrm>
          <a:custGeom>
            <a:avLst/>
            <a:gdLst/>
            <a:ahLst/>
            <a:cxnLst/>
            <a:rect l="l" t="t" r="r" b="b"/>
            <a:pathLst>
              <a:path w="893040" h="1072428">
                <a:moveTo>
                  <a:pt x="0" y="0"/>
                </a:moveTo>
                <a:lnTo>
                  <a:pt x="893040" y="0"/>
                </a:lnTo>
                <a:lnTo>
                  <a:pt x="893040" y="1072428"/>
                </a:lnTo>
                <a:lnTo>
                  <a:pt x="0" y="1072428"/>
                </a:lnTo>
                <a:lnTo>
                  <a:pt x="0" y="0"/>
                </a:lnTo>
                <a:close/>
              </a:path>
            </a:pathLst>
          </a:custGeom>
          <a:blipFill>
            <a:blip r:embed="rId82">
              <a:extLst>
                <a:ext uri="{96DAC541-7B7A-43D3-8B79-37D633B846F1}">
                  <asvg:svgBlip xmlns:asvg="http://schemas.microsoft.com/office/drawing/2016/SVG/main" r:embed="rId83"/>
                </a:ext>
              </a:extLst>
            </a:blip>
            <a:stretch>
              <a:fillRect/>
            </a:stretch>
          </a:blipFill>
        </p:spPr>
        <p:txBody>
          <a:bodyPr/>
          <a:lstStyle/>
          <a:p>
            <a:endParaRPr lang="en-US"/>
          </a:p>
        </p:txBody>
      </p:sp>
      <p:sp>
        <p:nvSpPr>
          <p:cNvPr id="44" name="Freeform 44"/>
          <p:cNvSpPr/>
          <p:nvPr/>
        </p:nvSpPr>
        <p:spPr>
          <a:xfrm>
            <a:off x="15136669" y="2815416"/>
            <a:ext cx="1023765" cy="1040796"/>
          </a:xfrm>
          <a:custGeom>
            <a:avLst/>
            <a:gdLst/>
            <a:ahLst/>
            <a:cxnLst/>
            <a:rect l="l" t="t" r="r" b="b"/>
            <a:pathLst>
              <a:path w="1023765" h="1040796">
                <a:moveTo>
                  <a:pt x="0" y="0"/>
                </a:moveTo>
                <a:lnTo>
                  <a:pt x="1023765" y="0"/>
                </a:lnTo>
                <a:lnTo>
                  <a:pt x="1023765" y="1040796"/>
                </a:lnTo>
                <a:lnTo>
                  <a:pt x="0" y="1040796"/>
                </a:lnTo>
                <a:lnTo>
                  <a:pt x="0" y="0"/>
                </a:lnTo>
                <a:close/>
              </a:path>
            </a:pathLst>
          </a:custGeom>
          <a:blipFill>
            <a:blip r:embed="rId84">
              <a:extLst>
                <a:ext uri="{96DAC541-7B7A-43D3-8B79-37D633B846F1}">
                  <asvg:svgBlip xmlns:asvg="http://schemas.microsoft.com/office/drawing/2016/SVG/main" r:embed="rId85"/>
                </a:ext>
              </a:extLst>
            </a:blip>
            <a:stretch>
              <a:fillRect/>
            </a:stretch>
          </a:blipFill>
        </p:spPr>
        <p:txBody>
          <a:bodyPr/>
          <a:lstStyle/>
          <a:p>
            <a:endParaRPr lang="en-US"/>
          </a:p>
        </p:txBody>
      </p:sp>
      <p:sp>
        <p:nvSpPr>
          <p:cNvPr id="45" name="Freeform 45"/>
          <p:cNvSpPr/>
          <p:nvPr/>
        </p:nvSpPr>
        <p:spPr>
          <a:xfrm>
            <a:off x="13866281" y="2906412"/>
            <a:ext cx="870363" cy="949800"/>
          </a:xfrm>
          <a:custGeom>
            <a:avLst/>
            <a:gdLst/>
            <a:ahLst/>
            <a:cxnLst/>
            <a:rect l="l" t="t" r="r" b="b"/>
            <a:pathLst>
              <a:path w="870363" h="949800">
                <a:moveTo>
                  <a:pt x="0" y="0"/>
                </a:moveTo>
                <a:lnTo>
                  <a:pt x="870363" y="0"/>
                </a:lnTo>
                <a:lnTo>
                  <a:pt x="870363" y="949800"/>
                </a:lnTo>
                <a:lnTo>
                  <a:pt x="0" y="949800"/>
                </a:lnTo>
                <a:lnTo>
                  <a:pt x="0" y="0"/>
                </a:lnTo>
                <a:close/>
              </a:path>
            </a:pathLst>
          </a:custGeom>
          <a:blipFill>
            <a:blip r:embed="rId86">
              <a:extLst>
                <a:ext uri="{96DAC541-7B7A-43D3-8B79-37D633B846F1}">
                  <asvg:svgBlip xmlns:asvg="http://schemas.microsoft.com/office/drawing/2016/SVG/main" r:embed="rId87"/>
                </a:ext>
              </a:extLst>
            </a:blip>
            <a:stretch>
              <a:fillRect/>
            </a:stretch>
          </a:blipFill>
        </p:spPr>
        <p:txBody>
          <a:bodyPr/>
          <a:lstStyle/>
          <a:p>
            <a:endParaRPr lang="en-US"/>
          </a:p>
        </p:txBody>
      </p:sp>
      <p:sp>
        <p:nvSpPr>
          <p:cNvPr id="46" name="Freeform 46"/>
          <p:cNvSpPr/>
          <p:nvPr/>
        </p:nvSpPr>
        <p:spPr>
          <a:xfrm>
            <a:off x="8110748" y="4265977"/>
            <a:ext cx="821164" cy="821164"/>
          </a:xfrm>
          <a:custGeom>
            <a:avLst/>
            <a:gdLst/>
            <a:ahLst/>
            <a:cxnLst/>
            <a:rect l="l" t="t" r="r" b="b"/>
            <a:pathLst>
              <a:path w="821164" h="821164">
                <a:moveTo>
                  <a:pt x="0" y="0"/>
                </a:moveTo>
                <a:lnTo>
                  <a:pt x="821164" y="0"/>
                </a:lnTo>
                <a:lnTo>
                  <a:pt x="821164" y="821164"/>
                </a:lnTo>
                <a:lnTo>
                  <a:pt x="0" y="821164"/>
                </a:lnTo>
                <a:lnTo>
                  <a:pt x="0" y="0"/>
                </a:lnTo>
                <a:close/>
              </a:path>
            </a:pathLst>
          </a:custGeom>
          <a:blipFill>
            <a:blip r:embed="rId60">
              <a:extLst>
                <a:ext uri="{96DAC541-7B7A-43D3-8B79-37D633B846F1}">
                  <asvg:svgBlip xmlns:asvg="http://schemas.microsoft.com/office/drawing/2016/SVG/main" r:embed="rId61"/>
                </a:ext>
              </a:extLst>
            </a:blip>
            <a:stretch>
              <a:fillRect/>
            </a:stretch>
          </a:blipFill>
          <a:ln cap="sq">
            <a:noFill/>
            <a:prstDash val="solid"/>
            <a:miter/>
          </a:ln>
        </p:spPr>
        <p:txBody>
          <a:bodyPr/>
          <a:lstStyle/>
          <a:p>
            <a:endParaRPr lang="en-US"/>
          </a:p>
        </p:txBody>
      </p:sp>
      <p:sp>
        <p:nvSpPr>
          <p:cNvPr id="47" name="Freeform 47"/>
          <p:cNvSpPr/>
          <p:nvPr/>
        </p:nvSpPr>
        <p:spPr>
          <a:xfrm>
            <a:off x="6617364" y="4248507"/>
            <a:ext cx="804521" cy="910349"/>
          </a:xfrm>
          <a:custGeom>
            <a:avLst/>
            <a:gdLst/>
            <a:ahLst/>
            <a:cxnLst/>
            <a:rect l="l" t="t" r="r" b="b"/>
            <a:pathLst>
              <a:path w="804521" h="910349">
                <a:moveTo>
                  <a:pt x="0" y="0"/>
                </a:moveTo>
                <a:lnTo>
                  <a:pt x="804522" y="0"/>
                </a:lnTo>
                <a:lnTo>
                  <a:pt x="804522" y="910350"/>
                </a:lnTo>
                <a:lnTo>
                  <a:pt x="0" y="910350"/>
                </a:lnTo>
                <a:lnTo>
                  <a:pt x="0" y="0"/>
                </a:lnTo>
                <a:close/>
              </a:path>
            </a:pathLst>
          </a:custGeom>
          <a:blipFill>
            <a:blip r:embed="rId88">
              <a:extLst>
                <a:ext uri="{96DAC541-7B7A-43D3-8B79-37D633B846F1}">
                  <asvg:svgBlip xmlns:asvg="http://schemas.microsoft.com/office/drawing/2016/SVG/main" r:embed="rId89"/>
                </a:ext>
              </a:extLst>
            </a:blip>
            <a:stretch>
              <a:fillRect/>
            </a:stretch>
          </a:blipFill>
          <a:ln cap="sq">
            <a:noFill/>
            <a:prstDash val="solid"/>
            <a:miter/>
          </a:ln>
        </p:spPr>
        <p:txBody>
          <a:bodyPr/>
          <a:lstStyle/>
          <a:p>
            <a:endParaRPr lang="en-US"/>
          </a:p>
        </p:txBody>
      </p:sp>
      <p:sp>
        <p:nvSpPr>
          <p:cNvPr id="48" name="Freeform 48"/>
          <p:cNvSpPr/>
          <p:nvPr/>
        </p:nvSpPr>
        <p:spPr>
          <a:xfrm>
            <a:off x="8110748" y="6983286"/>
            <a:ext cx="1016533" cy="725550"/>
          </a:xfrm>
          <a:custGeom>
            <a:avLst/>
            <a:gdLst/>
            <a:ahLst/>
            <a:cxnLst/>
            <a:rect l="l" t="t" r="r" b="b"/>
            <a:pathLst>
              <a:path w="1016533" h="725550">
                <a:moveTo>
                  <a:pt x="0" y="0"/>
                </a:moveTo>
                <a:lnTo>
                  <a:pt x="1016533" y="0"/>
                </a:lnTo>
                <a:lnTo>
                  <a:pt x="1016533" y="725551"/>
                </a:lnTo>
                <a:lnTo>
                  <a:pt x="0" y="725551"/>
                </a:lnTo>
                <a:lnTo>
                  <a:pt x="0" y="0"/>
                </a:lnTo>
                <a:close/>
              </a:path>
            </a:pathLst>
          </a:custGeom>
          <a:blipFill>
            <a:blip r:embed="rId90">
              <a:extLst>
                <a:ext uri="{96DAC541-7B7A-43D3-8B79-37D633B846F1}">
                  <asvg:svgBlip xmlns:asvg="http://schemas.microsoft.com/office/drawing/2016/SVG/main" r:embed="rId91"/>
                </a:ext>
              </a:extLst>
            </a:blip>
            <a:stretch>
              <a:fillRect/>
            </a:stretch>
          </a:blipFill>
        </p:spPr>
        <p:txBody>
          <a:bodyPr/>
          <a:lstStyle/>
          <a:p>
            <a:endParaRPr lang="en-US"/>
          </a:p>
        </p:txBody>
      </p:sp>
      <p:sp>
        <p:nvSpPr>
          <p:cNvPr id="49" name="Freeform 49"/>
          <p:cNvSpPr/>
          <p:nvPr/>
        </p:nvSpPr>
        <p:spPr>
          <a:xfrm>
            <a:off x="6433101" y="6941010"/>
            <a:ext cx="1045309" cy="767827"/>
          </a:xfrm>
          <a:custGeom>
            <a:avLst/>
            <a:gdLst/>
            <a:ahLst/>
            <a:cxnLst/>
            <a:rect l="l" t="t" r="r" b="b"/>
            <a:pathLst>
              <a:path w="1045309" h="767827">
                <a:moveTo>
                  <a:pt x="0" y="0"/>
                </a:moveTo>
                <a:lnTo>
                  <a:pt x="1045309" y="0"/>
                </a:lnTo>
                <a:lnTo>
                  <a:pt x="1045309" y="767827"/>
                </a:lnTo>
                <a:lnTo>
                  <a:pt x="0" y="767827"/>
                </a:lnTo>
                <a:lnTo>
                  <a:pt x="0" y="0"/>
                </a:lnTo>
                <a:close/>
              </a:path>
            </a:pathLst>
          </a:custGeom>
          <a:blipFill>
            <a:blip r:embed="rId92">
              <a:extLst>
                <a:ext uri="{96DAC541-7B7A-43D3-8B79-37D633B846F1}">
                  <asvg:svgBlip xmlns:asvg="http://schemas.microsoft.com/office/drawing/2016/SVG/main" r:embed="rId93"/>
                </a:ext>
              </a:extLst>
            </a:blip>
            <a:stretch>
              <a:fillRect/>
            </a:stretch>
          </a:blipFill>
        </p:spPr>
        <p:txBody>
          <a:bodyPr/>
          <a:lstStyle/>
          <a:p>
            <a:endParaRPr lang="en-US"/>
          </a:p>
        </p:txBody>
      </p:sp>
      <p:sp>
        <p:nvSpPr>
          <p:cNvPr id="50" name="Freeform 50"/>
          <p:cNvSpPr/>
          <p:nvPr/>
        </p:nvSpPr>
        <p:spPr>
          <a:xfrm>
            <a:off x="5259937" y="4352895"/>
            <a:ext cx="768331" cy="939072"/>
          </a:xfrm>
          <a:custGeom>
            <a:avLst/>
            <a:gdLst/>
            <a:ahLst/>
            <a:cxnLst/>
            <a:rect l="l" t="t" r="r" b="b"/>
            <a:pathLst>
              <a:path w="768331" h="939072">
                <a:moveTo>
                  <a:pt x="0" y="0"/>
                </a:moveTo>
                <a:lnTo>
                  <a:pt x="768331" y="0"/>
                </a:lnTo>
                <a:lnTo>
                  <a:pt x="768331" y="939072"/>
                </a:lnTo>
                <a:lnTo>
                  <a:pt x="0" y="939072"/>
                </a:lnTo>
                <a:lnTo>
                  <a:pt x="0" y="0"/>
                </a:lnTo>
                <a:close/>
              </a:path>
            </a:pathLst>
          </a:custGeom>
          <a:blipFill>
            <a:blip r:embed="rId94">
              <a:extLst>
                <a:ext uri="{96DAC541-7B7A-43D3-8B79-37D633B846F1}">
                  <asvg:svgBlip xmlns:asvg="http://schemas.microsoft.com/office/drawing/2016/SVG/main" r:embed="rId95"/>
                </a:ext>
              </a:extLst>
            </a:blip>
            <a:stretch>
              <a:fillRect/>
            </a:stretch>
          </a:blipFill>
        </p:spPr>
        <p:txBody>
          <a:bodyPr/>
          <a:lstStyle/>
          <a:p>
            <a:endParaRPr lang="en-US"/>
          </a:p>
        </p:txBody>
      </p:sp>
      <p:sp>
        <p:nvSpPr>
          <p:cNvPr id="51" name="Freeform 51"/>
          <p:cNvSpPr/>
          <p:nvPr/>
        </p:nvSpPr>
        <p:spPr>
          <a:xfrm>
            <a:off x="3521152" y="4446595"/>
            <a:ext cx="1139309" cy="880375"/>
          </a:xfrm>
          <a:custGeom>
            <a:avLst/>
            <a:gdLst/>
            <a:ahLst/>
            <a:cxnLst/>
            <a:rect l="l" t="t" r="r" b="b"/>
            <a:pathLst>
              <a:path w="1139309" h="880375">
                <a:moveTo>
                  <a:pt x="0" y="0"/>
                </a:moveTo>
                <a:lnTo>
                  <a:pt x="1139309" y="0"/>
                </a:lnTo>
                <a:lnTo>
                  <a:pt x="1139309" y="880375"/>
                </a:lnTo>
                <a:lnTo>
                  <a:pt x="0" y="880375"/>
                </a:lnTo>
                <a:lnTo>
                  <a:pt x="0" y="0"/>
                </a:lnTo>
                <a:close/>
              </a:path>
            </a:pathLst>
          </a:custGeom>
          <a:blipFill>
            <a:blip r:embed="rId96">
              <a:extLst>
                <a:ext uri="{96DAC541-7B7A-43D3-8B79-37D633B846F1}">
                  <asvg:svgBlip xmlns:asvg="http://schemas.microsoft.com/office/drawing/2016/SVG/main" r:embed="rId97"/>
                </a:ext>
              </a:extLst>
            </a:blip>
            <a:stretch>
              <a:fillRect/>
            </a:stretch>
          </a:blipFill>
        </p:spPr>
        <p:txBody>
          <a:bodyPr/>
          <a:lstStyle/>
          <a:p>
            <a:endParaRPr lang="en-US"/>
          </a:p>
        </p:txBody>
      </p:sp>
      <p:sp>
        <p:nvSpPr>
          <p:cNvPr id="52" name="Freeform 52"/>
          <p:cNvSpPr/>
          <p:nvPr/>
        </p:nvSpPr>
        <p:spPr>
          <a:xfrm>
            <a:off x="2334226" y="4397581"/>
            <a:ext cx="545814" cy="923685"/>
          </a:xfrm>
          <a:custGeom>
            <a:avLst/>
            <a:gdLst/>
            <a:ahLst/>
            <a:cxnLst/>
            <a:rect l="l" t="t" r="r" b="b"/>
            <a:pathLst>
              <a:path w="545814" h="923685">
                <a:moveTo>
                  <a:pt x="0" y="0"/>
                </a:moveTo>
                <a:lnTo>
                  <a:pt x="545814" y="0"/>
                </a:lnTo>
                <a:lnTo>
                  <a:pt x="545814" y="923685"/>
                </a:lnTo>
                <a:lnTo>
                  <a:pt x="0" y="923685"/>
                </a:lnTo>
                <a:lnTo>
                  <a:pt x="0" y="0"/>
                </a:lnTo>
                <a:close/>
              </a:path>
            </a:pathLst>
          </a:custGeom>
          <a:blipFill>
            <a:blip r:embed="rId98">
              <a:extLst>
                <a:ext uri="{96DAC541-7B7A-43D3-8B79-37D633B846F1}">
                  <asvg:svgBlip xmlns:asvg="http://schemas.microsoft.com/office/drawing/2016/SVG/main" r:embed="rId99"/>
                </a:ext>
              </a:extLst>
            </a:blip>
            <a:stretch>
              <a:fillRect/>
            </a:stretch>
          </a:blipFill>
        </p:spPr>
        <p:txBody>
          <a:bodyPr/>
          <a:lstStyle/>
          <a:p>
            <a:endParaRPr lang="en-US"/>
          </a:p>
        </p:txBody>
      </p:sp>
      <p:sp>
        <p:nvSpPr>
          <p:cNvPr id="53" name="TextBox 53"/>
          <p:cNvSpPr txBox="1"/>
          <p:nvPr/>
        </p:nvSpPr>
        <p:spPr>
          <a:xfrm>
            <a:off x="5155175" y="1300470"/>
            <a:ext cx="7853603" cy="1043967"/>
          </a:xfrm>
          <a:prstGeom prst="rect">
            <a:avLst/>
          </a:prstGeom>
        </p:spPr>
        <p:txBody>
          <a:bodyPr lIns="0" tIns="0" rIns="0" bIns="0" rtlCol="0" anchor="t">
            <a:spAutoFit/>
          </a:bodyPr>
          <a:lstStyle/>
          <a:p>
            <a:pPr marL="0" lvl="0" indent="0" algn="ctr">
              <a:lnSpc>
                <a:spcPts val="8608"/>
              </a:lnSpc>
              <a:spcBef>
                <a:spcPct val="0"/>
              </a:spcBef>
            </a:pPr>
            <a:r>
              <a:rPr lang="en-US" sz="6148">
                <a:solidFill>
                  <a:srgbClr val="051D40"/>
                </a:solidFill>
                <a:latin typeface="Open Sans Extra Bold"/>
              </a:rPr>
              <a:t>Resource Page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55" name="TextBox 54">
            <a:extLst>
              <a:ext uri="{FF2B5EF4-FFF2-40B4-BE49-F238E27FC236}">
                <a16:creationId xmlns:a16="http://schemas.microsoft.com/office/drawing/2014/main" id="{915C6E41-A0C3-49D0-9EB5-CDF7E05C93AA}"/>
              </a:ext>
            </a:extLst>
          </p:cNvPr>
          <p:cNvSpPr txBox="1"/>
          <p:nvPr/>
        </p:nvSpPr>
        <p:spPr>
          <a:xfrm>
            <a:off x="4572000" y="4958834"/>
            <a:ext cx="9144000" cy="369332"/>
          </a:xfrm>
          <a:prstGeom prst="rect">
            <a:avLst/>
          </a:prstGeom>
          <a:noFill/>
        </p:spPr>
        <p:txBody>
          <a:bodyPr wrap="square">
            <a:spAutoFit/>
          </a:bodyPr>
          <a:lstStyle/>
          <a:p>
            <a:endParaRPr lang="en-US"/>
          </a:p>
        </p:txBody>
      </p:sp>
      <p:sp>
        <p:nvSpPr>
          <p:cNvPr id="57" name="TextBox 56">
            <a:extLst>
              <a:ext uri="{FF2B5EF4-FFF2-40B4-BE49-F238E27FC236}">
                <a16:creationId xmlns:a16="http://schemas.microsoft.com/office/drawing/2014/main" id="{6D3879C4-0728-4CA3-9577-1C2A1EE9C04F}"/>
              </a:ext>
            </a:extLst>
          </p:cNvPr>
          <p:cNvSpPr txBox="1"/>
          <p:nvPr/>
        </p:nvSpPr>
        <p:spPr>
          <a:xfrm>
            <a:off x="4572000" y="4958834"/>
            <a:ext cx="9144000" cy="369332"/>
          </a:xfrm>
          <a:prstGeom prst="rect">
            <a:avLst/>
          </a:prstGeom>
          <a:noFill/>
        </p:spPr>
        <p:txBody>
          <a:bodyPr wrap="square">
            <a:spAutoFit/>
          </a:bodyPr>
          <a:lstStyle/>
          <a:p>
            <a:endParaRPr lang="en-US"/>
          </a:p>
        </p:txBody>
      </p:sp>
    </p:spTree>
    <p:extLst>
      <p:ext uri="{BB962C8B-B14F-4D97-AF65-F5344CB8AC3E}">
        <p14:creationId xmlns:p14="http://schemas.microsoft.com/office/powerpoint/2010/main" val="23952911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1363</Words>
  <Application>Microsoft Office PowerPoint</Application>
  <PresentationFormat>Custom</PresentationFormat>
  <Paragraphs>128</Paragraphs>
  <Slides>19</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Open Sans Extra Bold</vt:lpstr>
      <vt:lpstr>Poppins</vt:lpstr>
      <vt:lpstr>Arial</vt:lpstr>
      <vt:lpstr>Calibri</vt:lpstr>
      <vt:lpstr>Poppins Bold</vt:lpstr>
      <vt:lpstr>Wingdings</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PhanHa</dc:creator>
  <cp:lastModifiedBy>Phan Trần Nhật Hạ</cp:lastModifiedBy>
  <cp:revision>1</cp:revision>
  <dcterms:created xsi:type="dcterms:W3CDTF">2006-08-16T00:00:00Z</dcterms:created>
  <dcterms:modified xsi:type="dcterms:W3CDTF">2024-01-03T03:34:59Z</dcterms:modified>
  <dc:identifier>DAF4uA3zsNY</dc:identifier>
</cp:coreProperties>
</file>